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9694f1bb6048f4" /><Relationship Type="http://schemas.openxmlformats.org/officeDocument/2006/relationships/extended-properties" Target="/docProps/app.xml" Id="R54241db7601a4bd6" /><Relationship Type="http://schemas.openxmlformats.org/officeDocument/2006/relationships/officeDocument" Target="/ppt/presentation.xml" Id="Raed45971f27643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8e871690584373"/>
  </p:sldMasterIdLst>
  <p:notesMasterIdLst>
    <p:notesMasterId xmlns:r="http://schemas.openxmlformats.org/officeDocument/2006/relationships" r:id="R095a103897d54732"/>
  </p:notesMasterIdLst>
  <p:sldIdLst>
    <p:sldId xmlns:r="http://schemas.openxmlformats.org/officeDocument/2006/relationships" id="256" r:id="R5edbf753c1834d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3b0c482b3c4207" /><Relationship Type="http://schemas.openxmlformats.org/officeDocument/2006/relationships/slideMaster" Target="/ppt/slideMasters/slideMaster1.xml" Id="Rea8e871690584373" /><Relationship Type="http://schemas.openxmlformats.org/officeDocument/2006/relationships/notesMaster" Target="/ppt/notesMasters/notesMaster1.xml" Id="R095a103897d54732" /><Relationship Type="http://schemas.openxmlformats.org/officeDocument/2006/relationships/presProps" Target="/ppt/presProps.xml" Id="R89f09cde1cf34df0" /><Relationship Type="http://schemas.openxmlformats.org/officeDocument/2006/relationships/viewProps" Target="/ppt/viewProps.xml" Id="Rff943b43aa184a72" /><Relationship Type="http://schemas.openxmlformats.org/officeDocument/2006/relationships/tableStyles" Target="/ppt/tableStyles.xml" Id="R965af48030c64a80" /><Relationship Type="http://schemas.openxmlformats.org/officeDocument/2006/relationships/slide" Target="/ppt/slides/slide1.xml" Id="R5edbf753c183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109f6cb58042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raneos Master">
  <a:themeElements>
    <a:clrScheme name="eraneos greyscale">
      <a:dk1>
        <a:srgbClr val="202020"/>
      </a:dk1>
      <a:lt1>
        <a:srgbClr val="FFFFFF"/>
      </a:lt1>
      <a:dk2>
        <a:srgbClr val="FF6428"/>
      </a:dk2>
      <a:lt2>
        <a:srgbClr val="F3ECE6"/>
      </a:lt2>
      <a:accent1>
        <a:srgbClr val="FCF8F7"/>
      </a:accent1>
      <a:accent2>
        <a:srgbClr val="F3ECE6"/>
      </a:accent2>
      <a:accent3>
        <a:srgbClr val="E7DED7"/>
      </a:accent3>
      <a:accent4>
        <a:srgbClr val="CEC2B9"/>
      </a:accent4>
      <a:accent5>
        <a:srgbClr val="B1A399"/>
      </a:accent5>
      <a:accent6>
        <a:srgbClr val="93867D"/>
      </a:accent6>
      <a:hlink>
        <a:srgbClr val="202020"/>
      </a:hlink>
      <a:folHlink>
        <a:srgbClr val="202020"/>
      </a:folHlink>
    </a:clrScheme>
    <a:fontScheme name="eraneos new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raneos greyscal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084f8519924633" /><Relationship Type="http://schemas.openxmlformats.org/officeDocument/2006/relationships/notesMaster" Target="/ppt/notesMasters/notesMaster1.xml" Id="Reb8ef90c7b0344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1461943194cd0" /><Relationship Type="http://schemas.openxmlformats.org/officeDocument/2006/relationships/image" Target="/ppt/media/image.jpeg" Id="Ra583810fc1b84b32" /><Relationship Type="http://schemas.openxmlformats.org/officeDocument/2006/relationships/image" Target="/ppt/media/image2.png" Id="Rf0bfb0cd0c5c4620" /><Relationship Type="http://schemas.openxmlformats.org/officeDocument/2006/relationships/image" Target="/ppt/media/image2.svg" Id="R96fb1af68e3545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37ec9d8aa4a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c479f68ee48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e6b44d0f64f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418cfd8d749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d13459700404a" /><Relationship Type="http://schemas.openxmlformats.org/officeDocument/2006/relationships/image" Target="/ppt/media/image3.png" Id="Rc7e229080a3a4967" /><Relationship Type="http://schemas.openxmlformats.org/officeDocument/2006/relationships/image" Target="/ppt/media/image3.svg" Id="R6d138270dd7c469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5b87b4af14180" /><Relationship Type="http://schemas.openxmlformats.org/officeDocument/2006/relationships/image" Target="/ppt/media/image4.png" Id="Ra184fda96a3a4b1a" /><Relationship Type="http://schemas.openxmlformats.org/officeDocument/2006/relationships/image" Target="/ppt/media/image4.svg" Id="Re9dde1580da54ff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7d3ae6f3e4e8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901a5a5514f2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6d1d1be644ab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ef825d728495b" /><Relationship Type="http://schemas.openxmlformats.org/officeDocument/2006/relationships/image" Target="/ppt/media/image3.png" Id="R830f017b19354196" /><Relationship Type="http://schemas.openxmlformats.org/officeDocument/2006/relationships/image" Target="/ppt/media/image3.svg" Id="Rdbf6210197784cf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87225a8fa414a" /><Relationship Type="http://schemas.openxmlformats.org/officeDocument/2006/relationships/image" Target="/ppt/media/image4.png" Id="Ra745d22a03f24266" /><Relationship Type="http://schemas.openxmlformats.org/officeDocument/2006/relationships/image" Target="/ppt/media/image4.svg" Id="R87b1d31861cf448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f64349562499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e43afa7d64a0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ef5980b0a45a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2d5bc6971470f" /><Relationship Type="http://schemas.openxmlformats.org/officeDocument/2006/relationships/image" Target="/ppt/media/image5.png" Id="R1f5330e823ff478f" /><Relationship Type="http://schemas.openxmlformats.org/officeDocument/2006/relationships/image" Target="/ppt/media/image5.svg" Id="Ra8e89e5496ad450e" /><Relationship Type="http://schemas.openxmlformats.org/officeDocument/2006/relationships/image" Target="/ppt/media/image3.png" Id="R3f48aafdf4c44f0c" /><Relationship Type="http://schemas.openxmlformats.org/officeDocument/2006/relationships/image" Target="/ppt/media/image3.svg" Id="R47336ac4febd4b9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a1b7d7ca14176" /><Relationship Type="http://schemas.openxmlformats.org/officeDocument/2006/relationships/image" Target="/ppt/media/image5.png" Id="R68782a07c8d14529" /><Relationship Type="http://schemas.openxmlformats.org/officeDocument/2006/relationships/image" Target="/ppt/media/image5.svg" Id="R7c9548394bfc44e8" /><Relationship Type="http://schemas.openxmlformats.org/officeDocument/2006/relationships/image" Target="/ppt/media/image3.png" Id="R1b1adfb959b84e92" /><Relationship Type="http://schemas.openxmlformats.org/officeDocument/2006/relationships/image" Target="/ppt/media/image3.svg" Id="R5858d9f2967343c5" /></Relationships>
</file>

<file path=ppt/slideLayouts/slideLayout1.xml><?xml version="1.0" encoding="utf-8"?>
<p:sldLayout xmlns:p="http://schemas.openxmlformats.org/presentationml/2006/main" preserve="1" userDrawn="1">
  <p:cSld name="Title Slide | small I blac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C0749135-5B64-AD1B-FBE0-B32B32F68A3C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583810fc1b84b32"/>
            <a:stretch>
              <a:fillRect l="0" t="0" r="0" b="0"/>
            </a:stretch>
          </a:blip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30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56" name="Media Placeholder 55">
            <a:extLst xmlns:a="http://schemas.openxmlformats.org/drawingml/2006/main">
              <a:ext uri="{FF2B5EF4-FFF2-40B4-BE49-F238E27FC236}">
                <a16:creationId xmlns:a16="http://schemas.microsoft.com/office/drawing/2014/main" id="{8CBBC484-B5D3-32C6-4994-6808A0442CA3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241300" y="6341254"/>
            <a:ext cx="1878011" cy="28443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0bfb0cd0c5c4620">
              <a:extLst>
                <a:ext uri="{96DAC541-7B7A-43D3-8B79-37D633B846F1}">
                  <asvg:svgBlip xmlns:asvg="http://schemas.microsoft.com/office/drawing/2016/SVG/main" r:embed="R96fb1af68e3545f9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F6F3AB-D9EB-DF89-950F-D85A488F990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41300" y="736804"/>
            <a:ext cx="8335961" cy="1900007"/>
          </a:xfrm>
        </p:spPr>
        <p:txBody>
          <a:bodyPr xmlns:a="http://schemas.openxmlformats.org/drawingml/2006/main" vert="horz" rIns="0" anchor="b">
            <a:spAutoFit/>
          </a:bodyPr>
          <a:lstStyle xmlns:a="http://schemas.openxmlformats.org/drawingml/2006/main">
            <a:lvl1pPr algn="l">
              <a:lnSpc>
                <a:spcPct val="75000"/>
              </a:lnSpc>
              <a:buNone/>
              <a:defRPr sz="8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446BF0A-68A6-BF92-97CC-C8EF018A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442" y="-174766"/>
            <a:ext cx="80118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spc="-20">
                <a:highlight>
                  <a:srgbClr val="FFFF00"/>
                </a:highlight>
              </a:rPr>
              <a:t>max. width client logo</a:t>
            </a:r>
          </a:p>
        </p:txBody>
      </p:sp>
      <p:sp>
        <p:nvSpPr>
          <p:cNvPr id="44" name="Straight Connector 43">
            <a:extLst xmlns:a="http://schemas.openxmlformats.org/drawingml/2006/main">
              <a:ext uri="{FF2B5EF4-FFF2-40B4-BE49-F238E27FC236}">
                <a16:creationId xmlns:a16="http://schemas.microsoft.com/office/drawing/2014/main" id="{A71670A0-C563-487D-98A8-9262F475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8976" y="-191937"/>
            <a:ext cx="0" cy="142064"/>
          </a:xfrm>
          <a:prstGeom xmlns:a="http://schemas.openxmlformats.org/drawingml/2006/main" prst="line">
            <a:avLst/>
          </a:prstGeom>
          <a:ln xmlns:a="http://schemas.openxmlformats.org/drawingml/2006/main" w="6350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Straight Connector 44">
            <a:extLst xmlns:a="http://schemas.openxmlformats.org/drawingml/2006/main">
              <a:ext uri="{FF2B5EF4-FFF2-40B4-BE49-F238E27FC236}">
                <a16:creationId xmlns:a16="http://schemas.microsoft.com/office/drawing/2014/main" id="{EBC0C90A-9559-4ED8-B83E-46149F61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9088" y="-191937"/>
            <a:ext cx="0" cy="142064"/>
          </a:xfrm>
          <a:prstGeom xmlns:a="http://schemas.openxmlformats.org/drawingml/2006/main" prst="line">
            <a:avLst/>
          </a:prstGeom>
          <a:ln xmlns:a="http://schemas.openxmlformats.org/drawingml/2006/main" w="6350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Straight Connector 45">
            <a:extLst xmlns:a="http://schemas.openxmlformats.org/drawingml/2006/main">
              <a:ext uri="{FF2B5EF4-FFF2-40B4-BE49-F238E27FC236}">
                <a16:creationId xmlns:a16="http://schemas.microsoft.com/office/drawing/2014/main" id="{CE9A939F-C5F8-4C98-9719-31865D56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2292575" y="372145"/>
            <a:ext cx="0" cy="176406"/>
          </a:xfrm>
          <a:prstGeom xmlns:a="http://schemas.openxmlformats.org/drawingml/2006/main" prst="line">
            <a:avLst/>
          </a:prstGeom>
          <a:ln xmlns:a="http://schemas.openxmlformats.org/drawingml/2006/main" w="6350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Straight Connector 46">
            <a:extLst xmlns:a="http://schemas.openxmlformats.org/drawingml/2006/main">
              <a:ext uri="{FF2B5EF4-FFF2-40B4-BE49-F238E27FC236}">
                <a16:creationId xmlns:a16="http://schemas.microsoft.com/office/drawing/2014/main" id="{BFD754AD-398B-4A6B-B5A4-73E86307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2292575" y="1288160"/>
            <a:ext cx="0" cy="176406"/>
          </a:xfrm>
          <a:prstGeom xmlns:a="http://schemas.openxmlformats.org/drawingml/2006/main" prst="line">
            <a:avLst/>
          </a:prstGeom>
          <a:ln xmlns:a="http://schemas.openxmlformats.org/drawingml/2006/main" w="6350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E0E979D6-E2AF-2D3C-3757-3C4C437D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1875634" y="864494"/>
            <a:ext cx="833883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spc="-20">
                <a:highlight>
                  <a:srgbClr val="FFFF00"/>
                </a:highlight>
              </a:rPr>
              <a:t>max. height client logo</a:t>
            </a:r>
          </a:p>
        </p:txBody>
      </p:sp>
      <p:sp>
        <p:nvSpPr>
          <p:cNvPr id="9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A96A3F7-335F-B69B-DA2D-7D8A5C9E9554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241300" y="228335"/>
            <a:ext cx="4332529" cy="175433"/>
          </a:xfrm>
        </p:spPr>
        <p:txBody>
          <a:bodyPr xmlns:a="http://schemas.openxmlformats.org/drawingml/2006/main" tIns="0" anchor="ctr"/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1pPr>
            <a:lvl2pPr>
              <a:buNone/>
              <a:defRPr b="1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</a:lstStyle>
          <a:p xmlns:a="http://schemas.openxmlformats.org/drawingml/2006/main">
            <a:pPr lvl="0">
              <a:buNone/>
            </a:pPr>
            <a:r>
              <a:t>Location, Date</a:t>
            </a:r>
          </a:p>
        </p:txBody>
      </p:sp>
      <p:sp>
        <p:nvSpPr>
          <p:cNvPr id="3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FB9B1150-CD10-B922-17B3-15BD26F5C926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241300" y="2636811"/>
            <a:ext cx="8335961" cy="972745"/>
          </a:xfrm>
        </p:spPr>
        <p:txBody>
          <a:bodyPr xmlns:a="http://schemas.openxmlformats.org/drawingml/2006/main" tIns="648000"/>
          <a:lstStyle xmlns:a="http://schemas.openxmlformats.org/drawingml/2006/main"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buNone/>
              <a:defRPr sz="1200"/>
            </a:lvl2pPr>
            <a:lvl3pPr>
              <a:lnSpc>
                <a:spcPct val="105000"/>
              </a:lnSpc>
              <a:spcBef>
                <a:spcPts val="0"/>
              </a:spcBef>
              <a:buNone/>
              <a:defRPr sz="1200"/>
            </a:lvl3pPr>
            <a:lvl4pPr>
              <a:lnSpc>
                <a:spcPct val="105000"/>
              </a:lnSpc>
              <a:spcBef>
                <a:spcPts val="0"/>
              </a:spcBef>
              <a:buNone/>
              <a:defRPr sz="1200"/>
            </a:lvl4pPr>
            <a:lvl5pPr>
              <a:lnSpc>
                <a:spcPct val="105000"/>
              </a:lnSpc>
              <a:spcBef>
                <a:spcPts val="0"/>
              </a:spcBef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4A79B2F-CEA7-6235-0B95-C1A89134C82B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3200797" y="1347802"/>
            <a:ext cx="2809478" cy="2445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80000" rIns="144000">
            <a:noAutofit/>
          </a:bodyPr>
          <a:lstStyle xmlns:a="http://schemas.openxmlformats.org/drawingml/2006/main">
            <a:lvl1pPr marL="268288" indent="-268288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Font typeface="+mj-lt"/>
              <a:buAutoNum type="arabicPeriod"/>
              <a:defRPr sz="1800" b="0"/>
            </a:lvl1pPr>
            <a:lvl2pPr marL="180975" indent="-1809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lphaLcParenR"/>
              <a:defRPr sz="1200" b="0">
                <a:solidFill>
                  <a:srgbClr val="A59B95"/>
                </a:solidFill>
              </a:defRPr>
            </a:lvl2pPr>
            <a:lvl3pPr marL="360000" indent="-180000">
              <a:lnSpc>
                <a:spcPct val="100000"/>
              </a:lnSpc>
              <a:spcBef>
                <a:spcPts val="0"/>
              </a:spcBef>
              <a:buNone/>
              <a:defRPr sz="1200"/>
            </a:lvl3pPr>
            <a:lvl4pPr>
              <a:lnSpc>
                <a:spcPct val="102000"/>
              </a:lnSpc>
              <a:spcBef>
                <a:spcPts val="600"/>
              </a:spcBef>
              <a:buNone/>
              <a:defRPr sz="1600"/>
            </a:lvl4pPr>
            <a:lvl5pPr>
              <a:lnSpc>
                <a:spcPct val="102000"/>
              </a:lnSpc>
              <a:spcBef>
                <a:spcPts val="600"/>
              </a:spcBef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Topic </a:t>
            </a:r>
            <a:r>
              <a:t>Dolorem</a:t>
            </a:r>
            <a:r>
              <a:t> </a:t>
            </a:r>
            <a:r>
              <a:t>uptat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7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7A7461-81F1-3DBE-A571-6C74EBDCE63A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6170216" y="1347802"/>
            <a:ext cx="2809478" cy="2445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80000" rIns="144000">
            <a:noAutofit/>
          </a:bodyPr>
          <a:lstStyle xmlns:a="http://schemas.openxmlformats.org/drawingml/2006/main">
            <a:lvl1pPr marL="268288" indent="-268288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Font typeface="+mj-lt"/>
              <a:buAutoNum type="arabicPeriod" startAt="2"/>
              <a:defRPr sz="1800" b="0"/>
            </a:lvl1pPr>
            <a:lvl2pPr marL="180000" indent="-1800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lphaLcParenR"/>
              <a:defRPr sz="1200" b="0">
                <a:solidFill>
                  <a:srgbClr val="A59B95"/>
                </a:solidFill>
              </a:defRPr>
            </a:lvl2pPr>
            <a:lvl3pPr marL="360000" indent="-180000">
              <a:lnSpc>
                <a:spcPct val="100000"/>
              </a:lnSpc>
              <a:spcBef>
                <a:spcPts val="0"/>
              </a:spcBef>
              <a:buNone/>
              <a:defRPr sz="1200"/>
            </a:lvl3pPr>
            <a:lvl4pPr>
              <a:lnSpc>
                <a:spcPct val="102000"/>
              </a:lnSpc>
              <a:spcBef>
                <a:spcPts val="600"/>
              </a:spcBef>
              <a:buNone/>
              <a:defRPr sz="1600"/>
            </a:lvl4pPr>
            <a:lvl5pPr>
              <a:lnSpc>
                <a:spcPct val="102000"/>
              </a:lnSpc>
              <a:spcBef>
                <a:spcPts val="600"/>
              </a:spcBef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Topic </a:t>
            </a:r>
            <a:r>
              <a:t>Dolorem</a:t>
            </a:r>
            <a:r>
              <a:t> </a:t>
            </a:r>
            <a:r>
              <a:t>uptat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16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C791B3C-A4CC-829D-7E8A-F146D4A4DAEB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9139635" y="1347802"/>
            <a:ext cx="2809478" cy="2445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80000" rIns="144000">
            <a:noAutofit/>
          </a:bodyPr>
          <a:lstStyle xmlns:a="http://schemas.openxmlformats.org/drawingml/2006/main">
            <a:lvl1pPr marL="268288" indent="-268288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Font typeface="+mj-lt"/>
              <a:buAutoNum type="arabicPeriod" startAt="3"/>
              <a:defRPr sz="1800" b="0"/>
            </a:lvl1pPr>
            <a:lvl2pPr marL="180000" indent="-1800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lphaLcParenR"/>
              <a:defRPr sz="1200" b="0">
                <a:solidFill>
                  <a:srgbClr val="A59B95"/>
                </a:solidFill>
              </a:defRPr>
            </a:lvl2pPr>
            <a:lvl3pPr marL="360000" indent="-180000">
              <a:lnSpc>
                <a:spcPct val="100000"/>
              </a:lnSpc>
              <a:spcBef>
                <a:spcPts val="0"/>
              </a:spcBef>
              <a:buNone/>
              <a:defRPr sz="1200"/>
            </a:lvl3pPr>
            <a:lvl4pPr>
              <a:lnSpc>
                <a:spcPct val="102000"/>
              </a:lnSpc>
              <a:spcBef>
                <a:spcPts val="600"/>
              </a:spcBef>
              <a:buNone/>
              <a:defRPr sz="1600"/>
            </a:lvl4pPr>
            <a:lvl5pPr>
              <a:lnSpc>
                <a:spcPct val="102000"/>
              </a:lnSpc>
              <a:spcBef>
                <a:spcPts val="600"/>
              </a:spcBef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Topic </a:t>
            </a:r>
            <a:r>
              <a:t>Dolorem</a:t>
            </a:r>
            <a:r>
              <a:t> </a:t>
            </a:r>
            <a:r>
              <a:t>uptat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17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C0648A-57B5-379F-B511-DEC36D773527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3200797" y="3953471"/>
            <a:ext cx="2809478" cy="2452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80000" rIns="144000">
            <a:noAutofit/>
          </a:bodyPr>
          <a:lstStyle xmlns:a="http://schemas.openxmlformats.org/drawingml/2006/main">
            <a:lvl1pPr marL="268288" indent="-268288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Font typeface="+mj-lt"/>
              <a:buAutoNum type="arabicPeriod" startAt="4"/>
              <a:defRPr sz="1800" b="0"/>
            </a:lvl1pPr>
            <a:lvl2pPr marL="180000" indent="-1800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lphaLcParenR"/>
              <a:defRPr sz="1200" b="0">
                <a:solidFill>
                  <a:srgbClr val="A59B95"/>
                </a:solidFill>
              </a:defRPr>
            </a:lvl2pPr>
            <a:lvl3pPr marL="360000" indent="-180000">
              <a:lnSpc>
                <a:spcPct val="100000"/>
              </a:lnSpc>
              <a:spcBef>
                <a:spcPts val="0"/>
              </a:spcBef>
              <a:buNone/>
              <a:defRPr sz="1200"/>
            </a:lvl3pPr>
            <a:lvl4pPr>
              <a:lnSpc>
                <a:spcPct val="102000"/>
              </a:lnSpc>
              <a:spcBef>
                <a:spcPts val="600"/>
              </a:spcBef>
              <a:buNone/>
              <a:defRPr sz="1600"/>
            </a:lvl4pPr>
            <a:lvl5pPr>
              <a:lnSpc>
                <a:spcPct val="102000"/>
              </a:lnSpc>
              <a:spcBef>
                <a:spcPts val="600"/>
              </a:spcBef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Topic </a:t>
            </a:r>
            <a:r>
              <a:t>Dolorem</a:t>
            </a:r>
            <a:r>
              <a:t> </a:t>
            </a:r>
            <a:r>
              <a:t>uptat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1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2F26D37-3CD1-D55A-2FB8-55AF268376AB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6170216" y="3953471"/>
            <a:ext cx="2809478" cy="2452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80000" rIns="144000">
            <a:noAutofit/>
          </a:bodyPr>
          <a:lstStyle xmlns:a="http://schemas.openxmlformats.org/drawingml/2006/main">
            <a:lvl1pPr marL="268288" indent="-268288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Font typeface="+mj-lt"/>
              <a:buAutoNum type="arabicPeriod" startAt="5"/>
              <a:defRPr sz="1800" b="0"/>
            </a:lvl1pPr>
            <a:lvl2pPr marL="180000" indent="-1800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lphaLcParenR"/>
              <a:defRPr sz="1200" b="0">
                <a:solidFill>
                  <a:srgbClr val="A59B95"/>
                </a:solidFill>
              </a:defRPr>
            </a:lvl2pPr>
            <a:lvl3pPr marL="360000" indent="-180000">
              <a:lnSpc>
                <a:spcPct val="100000"/>
              </a:lnSpc>
              <a:spcBef>
                <a:spcPts val="0"/>
              </a:spcBef>
              <a:buNone/>
              <a:defRPr sz="1200"/>
            </a:lvl3pPr>
            <a:lvl4pPr>
              <a:lnSpc>
                <a:spcPct val="102000"/>
              </a:lnSpc>
              <a:spcBef>
                <a:spcPts val="600"/>
              </a:spcBef>
              <a:buNone/>
              <a:defRPr sz="1600"/>
            </a:lvl4pPr>
            <a:lvl5pPr>
              <a:lnSpc>
                <a:spcPct val="102000"/>
              </a:lnSpc>
              <a:spcBef>
                <a:spcPts val="600"/>
              </a:spcBef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Topic </a:t>
            </a:r>
            <a:r>
              <a:t>Dolorem</a:t>
            </a:r>
            <a:r>
              <a:t> </a:t>
            </a:r>
            <a:r>
              <a:t>uptat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endParaRPr/>
          </a:p>
        </p:txBody>
      </p:sp>
      <p:sp>
        <p:nvSpPr>
          <p:cNvPr id="2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FBAA9B-3622-6476-A804-B60844EA0029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9139635" y="3953471"/>
            <a:ext cx="2809478" cy="2452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80000" rIns="144000">
            <a:noAutofit/>
          </a:bodyPr>
          <a:lstStyle xmlns:a="http://schemas.openxmlformats.org/drawingml/2006/main">
            <a:lvl1pPr marL="268288" indent="-268288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Font typeface="+mj-lt"/>
              <a:buAutoNum type="arabicPeriod" startAt="6"/>
              <a:defRPr sz="1800" b="0"/>
            </a:lvl1pPr>
            <a:lvl2pPr marL="180000" indent="-1800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lphaLcParenR"/>
              <a:defRPr sz="1200" b="0">
                <a:solidFill>
                  <a:srgbClr val="A59B95"/>
                </a:solidFill>
              </a:defRPr>
            </a:lvl2pPr>
            <a:lvl3pPr marL="360000" indent="-180000">
              <a:lnSpc>
                <a:spcPct val="100000"/>
              </a:lnSpc>
              <a:spcBef>
                <a:spcPts val="0"/>
              </a:spcBef>
              <a:buNone/>
              <a:defRPr sz="1200"/>
            </a:lvl3pPr>
            <a:lvl4pPr>
              <a:lnSpc>
                <a:spcPct val="102000"/>
              </a:lnSpc>
              <a:spcBef>
                <a:spcPts val="600"/>
              </a:spcBef>
              <a:buNone/>
              <a:defRPr sz="1600"/>
            </a:lvl4pPr>
            <a:lvl5pPr>
              <a:lnSpc>
                <a:spcPct val="102000"/>
              </a:lnSpc>
              <a:spcBef>
                <a:spcPts val="600"/>
              </a:spcBef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Topic </a:t>
            </a:r>
            <a:r>
              <a:t>Dolorem</a:t>
            </a:r>
            <a:r>
              <a:t> </a:t>
            </a:r>
            <a:r>
              <a:t>uptat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7C54B76-DF98-FB0D-4617-5443497B8458}"/>
              </a:ext>
            </a:extLst>
          </p:cNvPr>
          <p:cNvSpPr>
            <a:spLocks xmlns:a="http://schemas.openxmlformats.org/drawingml/2006/main" noGrp="1"/>
          </p:cNvSpPr>
          <p:nvPr>
            <p:ph type="sldNum" idx="3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  <p:sp>
        <p:nvSpPr>
          <p:cNvPr id="9" name="Title 8">
            <a:extLst xmlns:a="http://schemas.openxmlformats.org/drawingml/2006/main">
              <a:ext uri="{FF2B5EF4-FFF2-40B4-BE49-F238E27FC236}">
                <a16:creationId xmlns:a16="http://schemas.microsoft.com/office/drawing/2014/main" id="{1D8E7A75-ADDE-0E83-E361-07D7F922F58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1300" y="515202"/>
            <a:ext cx="11326813" cy="304699"/>
          </a:xfrm>
        </p:spPr>
        <p:txBody>
          <a:bodyPr xmlns:a="http://schemas.openxmlformats.org/drawingml/2006/main" vert="horz" wrap="square" r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</a:t>
            </a:r>
          </a:p>
        </p:txBody>
      </p:sp>
      <p:sp>
        <p:nvSpPr>
          <p:cNvPr id="1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40B90D7-77FF-CA2D-2CF0-B01D00D59F2B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241300" y="225425"/>
            <a:ext cx="4972050" cy="116955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8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Insert Chapter title here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54C3C7F1-D8D2-A7C6-9D58-52001944DB2A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241300" y="1315242"/>
            <a:ext cx="2799556" cy="17543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Agenda description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Agenda I ThinkCe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F5453F-0CB1-04D3-0457-A9B6610422B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 vert="horz" r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783FA8C-1035-D1A2-56D6-E93A7E9A81B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241301" y="1737939"/>
            <a:ext cx="11707813" cy="103823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24F357B-6EAC-1264-B8D5-03643E03F1C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766371" y="6539438"/>
            <a:ext cx="182742" cy="1231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Chapter Divider w/ picture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878AE4F8-463C-070D-568E-01A4A9B31275}"/>
              </a:ext>
            </a:extLst>
          </p:cNvPr>
          <p:cNvSpPr>
            <a:spLocks xmlns:a="http://schemas.openxmlformats.org/drawingml/2006/main" noGrp="1"/>
          </p:cNvSpPr>
          <p:nvPr>
            <p:ph type="pic" idx="19" hasCustomPrompt="1"/>
          </p:nvPr>
        </p:nvSpPr>
        <p:spPr>
          <a:xfrm xmlns:a="http://schemas.openxmlformats.org/drawingml/2006/main">
            <a:off x="0" y="0"/>
            <a:ext cx="5664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30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35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B90A3582-EC55-9F92-A194-5BBC144D6EE4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5905139" y="1738800"/>
            <a:ext cx="5662975" cy="877163"/>
          </a:xfrm>
        </p:spPr>
        <p:txBody>
          <a:bodyPr xmlns:a="http://schemas.openxmlformats.org/drawingml/2006/main"/>
          <a:lstStyle xmlns:a="http://schemas.openxmlformats.org/drawingml/2006/main">
            <a:lvl1pPr marL="270000" indent="-270000">
              <a:spcBef>
                <a:spcPts val="0"/>
              </a:spcBef>
              <a:spcAft>
                <a:spcPts val="0"/>
              </a:spcAft>
              <a:buFont typeface="Aptos"/>
              <a:buChar char="―"/>
              <a:defRPr sz="1200"/>
            </a:lvl1pPr>
            <a:lvl2pPr marL="378000" indent="-10800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522000" indent="-14400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200"/>
            </a:lvl3pPr>
            <a:lvl4pPr marL="630000" indent="-1080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200"/>
            </a:lvl4pPr>
            <a:lvl5pPr marL="738000" indent="-144000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774000">
              <a:buNone/>
              <a:defRPr/>
            </a:lvl6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6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6F465A4A-9D2E-77C5-D45D-A69B82B7E675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8422683" y="3900580"/>
            <a:ext cx="3645229" cy="3385542"/>
          </a:xfrm>
        </p:spPr>
        <p:txBody>
          <a:bodyPr xmlns:a="http://schemas.openxmlformats.org/drawingml/2006/main" wrap="none"/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700"/>
              </a:spcBef>
              <a:buFont typeface="Arial"/>
              <a:buNone/>
              <a:defRPr sz="22000">
                <a:solidFill>
                  <a:schemeClr val="tx1"/>
                </a:solidFill>
                <a:latin typeface="Eraneos Display"/>
                <a:ea typeface="Eraneos Display"/>
                <a:cs typeface="Eraneos Display"/>
              </a:defRPr>
            </a:lvl1pPr>
            <a:lvl2pPr marL="216000" indent="0">
              <a:spcBef>
                <a:spcPts val="0"/>
              </a:spcBef>
              <a:buFont typeface="Arial"/>
              <a:buNone/>
              <a:defRPr b="0"/>
            </a:lvl2pPr>
            <a:lvl3pPr marL="216000" indent="0">
              <a:buFont typeface="Wingdings 2"/>
              <a:buNone/>
              <a:defRPr/>
            </a:lvl3pPr>
            <a:lvl4pPr marL="324000" indent="0">
              <a:buFont typeface="Arial"/>
              <a:buNone/>
              <a:defRPr/>
            </a:lvl4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2EA89B0-207E-9F41-C9B0-9E3B159341D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903914" y="189923"/>
            <a:ext cx="5664200" cy="1163460"/>
          </a:xfrm>
        </p:spPr>
        <p:txBody>
          <a:bodyPr xmlns:a="http://schemas.openxmlformats.org/drawingml/2006/main" vert="horz" wrap="square" rIns="0">
            <a:spAutoFit/>
          </a:bodyPr>
          <a:lstStyle xmlns:a="http://schemas.openxmlformats.org/drawingml/2006/main">
            <a:lvl1pPr>
              <a:lnSpc>
                <a:spcPct val="85000"/>
              </a:lnSpc>
              <a:buNone/>
              <a:defRPr sz="44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Chapter Divider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B90A3582-EC55-9F92-A194-5BBC144D6EE4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241300" y="1738800"/>
            <a:ext cx="5854700" cy="877163"/>
          </a:xfrm>
        </p:spPr>
        <p:txBody>
          <a:bodyPr xmlns:a="http://schemas.openxmlformats.org/drawingml/2006/main"/>
          <a:lstStyle xmlns:a="http://schemas.openxmlformats.org/drawingml/2006/main">
            <a:lvl1pPr marL="270000" indent="-270000">
              <a:spcBef>
                <a:spcPts val="0"/>
              </a:spcBef>
              <a:spcAft>
                <a:spcPts val="0"/>
              </a:spcAft>
              <a:buFont typeface="Aptos"/>
              <a:buChar char="―"/>
              <a:defRPr sz="1200"/>
            </a:lvl1pPr>
            <a:lvl2pPr marL="378000" indent="-10800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522000" indent="-14400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200"/>
            </a:lvl3pPr>
            <a:lvl4pPr marL="630000" indent="-1080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200"/>
            </a:lvl4pPr>
            <a:lvl5pPr marL="738000" indent="-144000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774000">
              <a:buNone/>
              <a:defRPr/>
            </a:lvl6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6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6F465A4A-9D2E-77C5-D45D-A69B82B7E675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8424000" y="3902400"/>
            <a:ext cx="3645229" cy="3385542"/>
          </a:xfrm>
        </p:spPr>
        <p:txBody>
          <a:bodyPr xmlns:a="http://schemas.openxmlformats.org/drawingml/2006/main" wrap="none"/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700"/>
              </a:spcBef>
              <a:buFont typeface="Arial"/>
              <a:buNone/>
              <a:defRPr sz="22000">
                <a:solidFill>
                  <a:schemeClr val="tx1"/>
                </a:solidFill>
                <a:latin typeface="Eraneos Display"/>
                <a:ea typeface="Eraneos Display"/>
                <a:cs typeface="Eraneos Display"/>
              </a:defRPr>
            </a:lvl1pPr>
            <a:lvl2pPr marL="216000" indent="0">
              <a:spcBef>
                <a:spcPts val="0"/>
              </a:spcBef>
              <a:buFont typeface="Arial"/>
              <a:buNone/>
              <a:defRPr b="0"/>
            </a:lvl2pPr>
            <a:lvl3pPr marL="216000" indent="0">
              <a:buFont typeface="Wingdings 2"/>
              <a:buNone/>
              <a:defRPr/>
            </a:lvl3pPr>
            <a:lvl4pPr marL="324000" indent="0">
              <a:buFont typeface="Arial"/>
              <a:buNone/>
              <a:defRPr/>
            </a:lvl4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2EA89B0-207E-9F41-C9B0-9E3B159341D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1300" y="189923"/>
            <a:ext cx="11326813" cy="587918"/>
          </a:xfrm>
        </p:spPr>
        <p:txBody>
          <a:bodyPr xmlns:a="http://schemas.openxmlformats.org/drawingml/2006/main" vert="horz" wrap="square" rIns="0">
            <a:spAutoFit/>
          </a:bodyPr>
          <a:lstStyle xmlns:a="http://schemas.openxmlformats.org/drawingml/2006/main">
            <a:lvl1pPr>
              <a:lnSpc>
                <a:spcPct val="85000"/>
              </a:lnSpc>
              <a:buNone/>
              <a:defRPr sz="44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 preserve="1" userDrawn="1">
  <p:cSld name="Chapter Divider w/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307DDF69-D3E2-10FF-FA91-5855830A55D3}"/>
              </a:ext>
            </a:extLst>
          </p:cNvPr>
          <p:cNvSpPr>
            <a:spLocks xmlns:a="http://schemas.openxmlformats.org/drawingml/2006/main" noGrp="1"/>
          </p:cNvSpPr>
          <p:nvPr>
            <p:ph type="pic" idx="19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30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35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B90A3582-EC55-9F92-A194-5BBC144D6EE4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241300" y="1738800"/>
            <a:ext cx="5854700" cy="877163"/>
          </a:xfrm>
        </p:spPr>
        <p:txBody>
          <a:bodyPr xmlns:a="http://schemas.openxmlformats.org/drawingml/2006/main"/>
          <a:lstStyle xmlns:a="http://schemas.openxmlformats.org/drawingml/2006/main">
            <a:lvl1pPr marL="270000" indent="-270000">
              <a:spcBef>
                <a:spcPts val="0"/>
              </a:spcBef>
              <a:spcAft>
                <a:spcPts val="0"/>
              </a:spcAft>
              <a:buFont typeface="Aptos"/>
              <a:buChar char="―"/>
              <a:defRPr sz="1200"/>
            </a:lvl1pPr>
            <a:lvl2pPr marL="378000" indent="-10800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522000" indent="-14400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200"/>
            </a:lvl3pPr>
            <a:lvl4pPr marL="630000" indent="-1080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200"/>
            </a:lvl4pPr>
            <a:lvl5pPr marL="738000" indent="-144000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774000">
              <a:buNone/>
              <a:defRPr/>
            </a:lvl6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6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6F465A4A-9D2E-77C5-D45D-A69B82B7E675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8424000" y="3902400"/>
            <a:ext cx="3645229" cy="3385542"/>
          </a:xfrm>
        </p:spPr>
        <p:txBody>
          <a:bodyPr xmlns:a="http://schemas.openxmlformats.org/drawingml/2006/main" wrap="none"/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700"/>
              </a:spcBef>
              <a:buFont typeface="Arial"/>
              <a:buNone/>
              <a:defRPr sz="22000">
                <a:solidFill>
                  <a:schemeClr val="tx1"/>
                </a:solidFill>
                <a:latin typeface="Eraneos Display"/>
                <a:ea typeface="Eraneos Display"/>
                <a:cs typeface="Eraneos Display"/>
              </a:defRPr>
            </a:lvl1pPr>
            <a:lvl2pPr marL="216000" indent="0">
              <a:spcBef>
                <a:spcPts val="0"/>
              </a:spcBef>
              <a:buFont typeface="Arial"/>
              <a:buNone/>
              <a:defRPr b="0"/>
            </a:lvl2pPr>
            <a:lvl3pPr marL="216000" indent="0">
              <a:buFont typeface="Wingdings 2"/>
              <a:buNone/>
              <a:defRPr/>
            </a:lvl3pPr>
            <a:lvl4pPr marL="324000" indent="0">
              <a:buFont typeface="Arial"/>
              <a:buNone/>
              <a:defRPr/>
            </a:lvl4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2EA89B0-207E-9F41-C9B0-9E3B159341D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1300" y="189923"/>
            <a:ext cx="11449049" cy="587918"/>
          </a:xfrm>
        </p:spPr>
        <p:txBody>
          <a:bodyPr xmlns:a="http://schemas.openxmlformats.org/drawingml/2006/main" vert="horz" wrap="square" rIns="0">
            <a:spAutoFit/>
          </a:bodyPr>
          <a:lstStyle xmlns:a="http://schemas.openxmlformats.org/drawingml/2006/main">
            <a:lvl1pPr>
              <a:lnSpc>
                <a:spcPct val="85000"/>
              </a:lnSpc>
              <a:buNone/>
              <a:defRPr sz="44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" name="Media Placeholder 10">
            <a:extLst xmlns:a="http://schemas.openxmlformats.org/drawingml/2006/main">
              <a:ext uri="{FF2B5EF4-FFF2-40B4-BE49-F238E27FC236}">
                <a16:creationId xmlns:a16="http://schemas.microsoft.com/office/drawing/2014/main" id="{CA279116-BCE8-406F-4355-8747D3DC154C}"/>
              </a:ext>
            </a:extLst>
          </p:cNvPr>
          <p:cNvSpPr>
            <a:spLocks xmlns:a="http://schemas.openxmlformats.org/drawingml/2006/main" noGrp="1"/>
          </p:cNvSpPr>
          <p:nvPr>
            <p:ph type="media" idx="23"/>
          </p:nvPr>
        </p:nvSpPr>
        <p:spPr>
          <a:xfrm xmlns:a="http://schemas.openxmlformats.org/drawingml/2006/main">
            <a:off x="11761470" y="229467"/>
            <a:ext cx="187643" cy="18764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7e229080a3a4967">
              <a:extLst>
                <a:ext uri="{96DAC541-7B7A-43D3-8B79-37D633B846F1}">
                  <asvg:svgBlip xmlns:asvg="http://schemas.microsoft.com/office/drawing/2016/SVG/main" r:embed="R6d138270dd7c469c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 preserve="1" userDrawn="1">
  <p:cSld name="Chapter Divider w/ picture_logo whi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307DDF69-D3E2-10FF-FA91-5855830A55D3}"/>
              </a:ext>
            </a:extLst>
          </p:cNvPr>
          <p:cNvSpPr>
            <a:spLocks xmlns:a="http://schemas.openxmlformats.org/drawingml/2006/main" noGrp="1"/>
          </p:cNvSpPr>
          <p:nvPr>
            <p:ph type="pic" idx="19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9B9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30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35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B90A3582-EC55-9F92-A194-5BBC144D6EE4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241300" y="1738800"/>
            <a:ext cx="5854699" cy="877163"/>
          </a:xfrm>
        </p:spPr>
        <p:txBody>
          <a:bodyPr xmlns:a="http://schemas.openxmlformats.org/drawingml/2006/main"/>
          <a:lstStyle xmlns:a="http://schemas.openxmlformats.org/drawingml/2006/main">
            <a:lvl1pPr marL="270000" indent="-270000">
              <a:spcBef>
                <a:spcPts val="0"/>
              </a:spcBef>
              <a:spcAft>
                <a:spcPts val="0"/>
              </a:spcAft>
              <a:buFont typeface="Aptos"/>
              <a:buChar char="―"/>
              <a:defRPr sz="1200">
                <a:solidFill>
                  <a:schemeClr val="bg1"/>
                </a:solidFill>
              </a:defRPr>
            </a:lvl1pPr>
            <a:lvl2pPr marL="378000" indent="-10800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2pPr>
            <a:lvl3pPr marL="522000" indent="-14400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200">
                <a:solidFill>
                  <a:schemeClr val="bg1"/>
                </a:solidFill>
              </a:defRPr>
            </a:lvl3pPr>
            <a:lvl4pPr marL="630000" indent="-1080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200">
                <a:solidFill>
                  <a:schemeClr val="bg1"/>
                </a:solidFill>
              </a:defRPr>
            </a:lvl4pPr>
            <a:lvl5pPr marL="738000" indent="-14400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774000">
              <a:buNone/>
              <a:defRPr/>
            </a:lvl6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6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6F465A4A-9D2E-77C5-D45D-A69B82B7E675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8424000" y="3902400"/>
            <a:ext cx="3645229" cy="3385542"/>
          </a:xfrm>
        </p:spPr>
        <p:txBody>
          <a:bodyPr xmlns:a="http://schemas.openxmlformats.org/drawingml/2006/main" wrap="none"/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700"/>
              </a:spcBef>
              <a:buFont typeface="Arial"/>
              <a:buNone/>
              <a:defRPr sz="22000">
                <a:solidFill>
                  <a:schemeClr val="bg1"/>
                </a:solidFill>
                <a:latin typeface="Eraneos Display"/>
                <a:ea typeface="Eraneos Display"/>
                <a:cs typeface="Eraneos Display"/>
              </a:defRPr>
            </a:lvl1pPr>
            <a:lvl2pPr marL="216000" indent="0">
              <a:spcBef>
                <a:spcPts val="0"/>
              </a:spcBef>
              <a:buFont typeface="Arial"/>
              <a:buNone/>
              <a:defRPr b="0"/>
            </a:lvl2pPr>
            <a:lvl3pPr marL="216000" indent="0">
              <a:buFont typeface="Wingdings 2"/>
              <a:buNone/>
              <a:defRPr/>
            </a:lvl3pPr>
            <a:lvl4pPr marL="324000" indent="0">
              <a:buFont typeface="Arial"/>
              <a:buNone/>
              <a:defRPr/>
            </a:lvl4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2EA89B0-207E-9F41-C9B0-9E3B159341D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1300" y="189923"/>
            <a:ext cx="11434763" cy="587918"/>
          </a:xfrm>
        </p:spPr>
        <p:txBody>
          <a:bodyPr xmlns:a="http://schemas.openxmlformats.org/drawingml/2006/main" vert="horz" wrap="square" rIns="0">
            <a:spAutoFit/>
          </a:bodyPr>
          <a:lstStyle xmlns:a="http://schemas.openxmlformats.org/drawingml/2006/main">
            <a:lvl1pPr>
              <a:lnSpc>
                <a:spcPct val="85000"/>
              </a:lnSpc>
              <a:buNone/>
              <a:defRPr sz="4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Media Placeholder 10">
            <a:extLst xmlns:a="http://schemas.openxmlformats.org/drawingml/2006/main">
              <a:ext uri="{FF2B5EF4-FFF2-40B4-BE49-F238E27FC236}">
                <a16:creationId xmlns:a16="http://schemas.microsoft.com/office/drawing/2014/main" id="{51A893CB-B7DF-FC72-BD99-2682E53D09C3}"/>
              </a:ext>
            </a:extLst>
          </p:cNvPr>
          <p:cNvSpPr>
            <a:spLocks xmlns:a="http://schemas.openxmlformats.org/drawingml/2006/main" noGrp="1"/>
          </p:cNvSpPr>
          <p:nvPr>
            <p:ph type="media" idx="23"/>
          </p:nvPr>
        </p:nvSpPr>
        <p:spPr>
          <a:xfrm xmlns:a="http://schemas.openxmlformats.org/drawingml/2006/main">
            <a:off x="11761470" y="229467"/>
            <a:ext cx="187643" cy="18764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184fda96a3a4b1a">
              <a:extLst>
                <a:ext uri="{96DAC541-7B7A-43D3-8B79-37D633B846F1}">
                  <asvg:svgBlip xmlns:asvg="http://schemas.microsoft.com/office/drawing/2016/SVG/main" r:embed="Re9dde1580da54ff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ontent I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21C634D1-564F-B775-04E1-8534166483C2}"/>
              </a:ext>
            </a:extLst>
          </p:cNvPr>
          <p:cNvSpPr>
            <a:spLocks xmlns:a="http://schemas.openxmlformats.org/drawingml/2006/main" noGrp="1"/>
          </p:cNvSpPr>
          <p:nvPr>
            <p:ph idx="15" hasCustomPrompt="1"/>
          </p:nvPr>
        </p:nvSpPr>
        <p:spPr>
          <a:xfrm xmlns:a="http://schemas.openxmlformats.org/drawingml/2006/main">
            <a:off x="241300" y="1738800"/>
            <a:ext cx="11707814" cy="466352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70000" indent="-270000">
              <a:buSzPct val="110000"/>
              <a:buFont typeface="Aptos"/>
              <a:buChar char="―"/>
              <a:defRPr/>
            </a:lvl1pPr>
            <a:lvl2pPr>
              <a:buNone/>
              <a:defRPr b="0"/>
            </a:lvl2pPr>
            <a:lvl3pPr marL="252000" indent="-144000">
              <a:buFont typeface="Arial"/>
              <a:buChar char="–"/>
              <a:defRPr/>
            </a:lvl3pPr>
            <a:lvl4pPr marL="360000" indent="-108000">
              <a:buFont typeface="Arial"/>
              <a:buChar char="•"/>
              <a:defRPr/>
            </a:lvl4pPr>
            <a:lvl5pPr marL="504000" indent="-144000">
              <a:buFont typeface="Arial"/>
              <a:buChar char="–"/>
              <a:defRPr/>
            </a:lvl5pPr>
            <a:lvl6pPr>
              <a:buNone/>
              <a:defRPr/>
            </a:lvl6pPr>
            <a:lvl7pPr marL="756000" indent="-144000">
              <a:lnSpc>
                <a:spcPct val="105000"/>
              </a:lnSpc>
              <a:spcBef>
                <a:spcPts val="0"/>
              </a:spcBef>
              <a:buFont typeface="Arial"/>
              <a:buChar char="–"/>
              <a:defRPr sz="1200"/>
            </a:lvl7pPr>
            <a:lvl8pPr marL="864000" indent="-108000">
              <a:lnSpc>
                <a:spcPct val="105000"/>
              </a:lnSpc>
              <a:spcBef>
                <a:spcPts val="0"/>
              </a:spcBef>
              <a:buNone/>
              <a:defRPr sz="1200"/>
            </a:lvl8pPr>
            <a:lvl9pPr marL="1008000" indent="-144000">
              <a:lnSpc>
                <a:spcPct val="105000"/>
              </a:lnSpc>
              <a:spcBef>
                <a:spcPts val="0"/>
              </a:spcBef>
              <a:buFont typeface="Arial"/>
              <a:buChar char="–"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5">
              <a:buNone/>
            </a:pPr>
            <a:r>
              <a:t>Sixth level</a:t>
            </a:r>
          </a:p>
          <a:p xmlns:a="http://schemas.openxmlformats.org/drawingml/2006/main">
            <a:pPr lvl="6">
              <a:buNone/>
            </a:pPr>
            <a:r>
              <a:t>Seventh level</a:t>
            </a:r>
          </a:p>
          <a:p xmlns:a="http://schemas.openxmlformats.org/drawingml/2006/main">
            <a:pPr lvl="7">
              <a:buNone/>
            </a:pPr>
            <a:r>
              <a:t>Eighth level</a:t>
            </a:r>
          </a:p>
          <a:p xmlns:a="http://schemas.openxmlformats.org/drawingml/2006/main">
            <a:pPr lvl="8">
              <a:buNone/>
            </a:pPr>
            <a:r>
              <a:t>Ninth level</a:t>
            </a:r>
          </a:p>
        </p:txBody>
      </p:sp>
      <p:sp>
        <p:nvSpPr>
          <p:cNvPr id="1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550B1A83-BEBF-870D-252E-3FDD3236E78F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241300" y="226800"/>
            <a:ext cx="4972050" cy="116955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8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Insert Chapter title here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6055384-654C-EFE2-017C-D6AA4C3ABE72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BE26F0F-F51D-3DDA-4CCE-CFF1D66C8A2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 vert="horz" r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Content I Text 2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21C634D1-564F-B775-04E1-8534166483C2}"/>
              </a:ext>
            </a:extLst>
          </p:cNvPr>
          <p:cNvSpPr>
            <a:spLocks xmlns:a="http://schemas.openxmlformats.org/drawingml/2006/main" noGrp="1"/>
          </p:cNvSpPr>
          <p:nvPr>
            <p:ph idx="15" hasCustomPrompt="1"/>
          </p:nvPr>
        </p:nvSpPr>
        <p:spPr>
          <a:xfrm xmlns:a="http://schemas.openxmlformats.org/drawingml/2006/main">
            <a:off x="241300" y="1738800"/>
            <a:ext cx="5621338" cy="466352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70000" indent="-270000">
              <a:buSzPct val="110000"/>
              <a:buFont typeface="Aptos"/>
              <a:buChar char="―"/>
              <a:defRPr/>
            </a:lvl1pPr>
            <a:lvl2pPr>
              <a:buNone/>
              <a:defRPr b="0"/>
            </a:lvl2pPr>
            <a:lvl3pPr marL="252000" indent="-144000">
              <a:buFont typeface="Arial"/>
              <a:buChar char="–"/>
              <a:defRPr/>
            </a:lvl3pPr>
            <a:lvl4pPr marL="360000" indent="-108000">
              <a:buFont typeface="Arial"/>
              <a:buChar char="•"/>
              <a:defRPr/>
            </a:lvl4pPr>
            <a:lvl5pPr marL="504000" indent="-144000">
              <a:buFont typeface="Arial"/>
              <a:buChar char="–"/>
              <a:defRPr/>
            </a:lvl5pPr>
            <a:lvl6pPr>
              <a:lnSpc>
                <a:spcPct val="105000"/>
              </a:lnSpc>
              <a:spcBef>
                <a:spcPts val="0"/>
              </a:spcBef>
              <a:buNone/>
              <a:defRPr sz="1200"/>
            </a:lvl6pPr>
            <a:lvl7pPr marL="756000" indent="-144000">
              <a:lnSpc>
                <a:spcPct val="105000"/>
              </a:lnSpc>
              <a:spcBef>
                <a:spcPts val="0"/>
              </a:spcBef>
              <a:buFont typeface="Arial"/>
              <a:buChar char="–"/>
              <a:defRPr sz="1200"/>
            </a:lvl7pPr>
            <a:lvl8pPr marL="864000" indent="-108000">
              <a:lnSpc>
                <a:spcPct val="105000"/>
              </a:lnSpc>
              <a:spcBef>
                <a:spcPts val="0"/>
              </a:spcBef>
              <a:buNone/>
              <a:defRPr sz="1200"/>
            </a:lvl8pPr>
            <a:lvl9pPr marL="1008000" indent="-144000">
              <a:lnSpc>
                <a:spcPct val="105000"/>
              </a:lnSpc>
              <a:spcBef>
                <a:spcPts val="0"/>
              </a:spcBef>
              <a:buFont typeface="Arial"/>
              <a:buChar char="–"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5">
              <a:buNone/>
            </a:pPr>
            <a:r>
              <a:t>Sixth level</a:t>
            </a:r>
          </a:p>
          <a:p xmlns:a="http://schemas.openxmlformats.org/drawingml/2006/main">
            <a:pPr lvl="6">
              <a:buNone/>
            </a:pPr>
            <a:r>
              <a:t>Seventh level</a:t>
            </a:r>
          </a:p>
          <a:p xmlns:a="http://schemas.openxmlformats.org/drawingml/2006/main">
            <a:pPr lvl="7">
              <a:buNone/>
            </a:pPr>
            <a:r>
              <a:t>Eighth level</a:t>
            </a:r>
          </a:p>
          <a:p xmlns:a="http://schemas.openxmlformats.org/drawingml/2006/main">
            <a:pPr lvl="8">
              <a:buNone/>
            </a:pPr>
            <a:r>
              <a:t>Ninth level</a:t>
            </a:r>
          </a:p>
        </p:txBody>
      </p:sp>
      <p:sp>
        <p:nvSpPr>
          <p:cNvPr id="1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550B1A83-BEBF-870D-252E-3FDD3236E78F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241300" y="226800"/>
            <a:ext cx="4972050" cy="116955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8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Insert Chapter title here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6055384-654C-EFE2-017C-D6AA4C3ABE72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11766371" y="6539438"/>
            <a:ext cx="182742" cy="1231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  <p:sp>
        <p:nvSpPr>
          <p:cNvPr id="5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D40977B2-428F-A066-3DC1-CBEEDD9DE94A}"/>
              </a:ext>
            </a:extLst>
          </p:cNvPr>
          <p:cNvSpPr>
            <a:spLocks xmlns:a="http://schemas.openxmlformats.org/drawingml/2006/main" noGrp="1"/>
          </p:cNvSpPr>
          <p:nvPr>
            <p:ph idx="43" hasCustomPrompt="1"/>
          </p:nvPr>
        </p:nvSpPr>
        <p:spPr>
          <a:xfrm xmlns:a="http://schemas.openxmlformats.org/drawingml/2006/main">
            <a:off x="6329364" y="1738800"/>
            <a:ext cx="5621338" cy="466352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70000" indent="-270000">
              <a:buSzPct val="110000"/>
              <a:buFont typeface="Aptos"/>
              <a:buChar char="―"/>
              <a:defRPr/>
            </a:lvl1pPr>
            <a:lvl2pPr>
              <a:buNone/>
              <a:defRPr b="0"/>
            </a:lvl2pPr>
            <a:lvl3pPr marL="252000" indent="-144000">
              <a:buFont typeface="Arial"/>
              <a:buChar char="–"/>
              <a:defRPr/>
            </a:lvl3pPr>
            <a:lvl4pPr marL="360000" indent="-108000">
              <a:buFont typeface="Arial"/>
              <a:buChar char="•"/>
              <a:defRPr/>
            </a:lvl4pPr>
            <a:lvl5pPr marL="504000" indent="-144000">
              <a:buFont typeface="Arial"/>
              <a:buChar char="–"/>
              <a:defRPr/>
            </a:lvl5pPr>
            <a:lvl6pPr>
              <a:lnSpc>
                <a:spcPct val="105000"/>
              </a:lnSpc>
              <a:spcBef>
                <a:spcPts val="0"/>
              </a:spcBef>
              <a:buFont typeface="Arial"/>
              <a:buChar char="•"/>
              <a:defRPr sz="1200"/>
            </a:lvl6pPr>
            <a:lvl7pPr marL="756000" indent="-144000">
              <a:lnSpc>
                <a:spcPct val="105000"/>
              </a:lnSpc>
              <a:spcBef>
                <a:spcPts val="0"/>
              </a:spcBef>
              <a:buFont typeface="Arial"/>
              <a:buChar char="–"/>
              <a:defRPr sz="1200"/>
            </a:lvl7pPr>
            <a:lvl8pPr marL="864000" indent="-108000">
              <a:lnSpc>
                <a:spcPct val="105000"/>
              </a:lnSpc>
              <a:spcBef>
                <a:spcPts val="0"/>
              </a:spcBef>
              <a:buNone/>
              <a:defRPr sz="1200"/>
            </a:lvl8pPr>
            <a:lvl9pPr marL="1008000" indent="-144000">
              <a:lnSpc>
                <a:spcPct val="105000"/>
              </a:lnSpc>
              <a:spcBef>
                <a:spcPts val="0"/>
              </a:spcBef>
              <a:buFont typeface="Arial"/>
              <a:buChar char="–"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5">
              <a:buNone/>
            </a:pPr>
            <a:r>
              <a:t>Sixth level</a:t>
            </a:r>
          </a:p>
          <a:p xmlns:a="http://schemas.openxmlformats.org/drawingml/2006/main">
            <a:pPr lvl="6">
              <a:buNone/>
            </a:pPr>
            <a:r>
              <a:t>Seventh level</a:t>
            </a:r>
          </a:p>
          <a:p xmlns:a="http://schemas.openxmlformats.org/drawingml/2006/main">
            <a:pPr lvl="7">
              <a:buNone/>
            </a:pPr>
            <a:r>
              <a:t>Eighth level</a:t>
            </a:r>
          </a:p>
          <a:p xmlns:a="http://schemas.openxmlformats.org/drawingml/2006/main">
            <a:pPr lvl="8">
              <a:buNone/>
            </a:pPr>
            <a:r>
              <a:t>Ninth level</a:t>
            </a:r>
          </a:p>
        </p:txBody>
      </p:sp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B00C8829-01D4-2EE2-15F9-FDDAC94021A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1300" y="455671"/>
            <a:ext cx="11318240" cy="306687"/>
          </a:xfrm>
        </p:spPr>
        <p:txBody>
          <a:bodyPr xmlns:a="http://schemas.openxmlformats.org/drawingml/2006/main" vert="horz" r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52A24506-DCE3-1E10-8C1D-C74CE258D3F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241300" y="226800"/>
            <a:ext cx="4972050" cy="116955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8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Insert Chapter title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C65F780-62D6-0E2E-CE55-DB50496D4E34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11766371" y="6539438"/>
            <a:ext cx="182742" cy="1231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67A5DE99-B4FC-A22A-E0F5-8AB4896E677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 vert="horz" r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Content |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72E9BCA9-46F4-B250-12A5-1D73E2ACDED2}"/>
              </a:ext>
            </a:extLst>
          </p:cNvPr>
          <p:cNvSpPr>
            <a:spLocks xmlns:a="http://schemas.openxmlformats.org/drawingml/2006/main" noGrp="1"/>
          </p:cNvSpPr>
          <p:nvPr>
            <p:ph type="pic" idx="19" hasCustomPrompt="1"/>
          </p:nvPr>
        </p:nvSpPr>
        <p:spPr>
          <a:xfrm xmlns:a="http://schemas.openxmlformats.org/drawingml/2006/main">
            <a:off x="6096000" y="-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30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D53493D-B0D9-51A9-DBE9-F51009BD615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41300" y="1738800"/>
            <a:ext cx="5626100" cy="1213666"/>
          </a:xfrm>
        </p:spPr>
        <p:txBody>
          <a:bodyPr xmlns:a="http://schemas.openxmlformats.org/drawingml/2006/main" tIns="0"/>
          <a:lstStyle xmlns:a="http://schemas.openxmlformats.org/drawingml/2006/main">
            <a:lvl1pPr marL="270000" indent="-270000">
              <a:spcBef>
                <a:spcPts val="600"/>
              </a:spcBef>
              <a:buSzPct val="110000"/>
              <a:buFont typeface="Aptos"/>
              <a:buChar char="―"/>
              <a:defRPr/>
            </a:lvl1pPr>
            <a:lvl2pPr>
              <a:buNone/>
              <a:defRPr b="0"/>
            </a:lvl2pPr>
            <a:lvl3pPr marL="252000" indent="-144000">
              <a:buFont typeface="Arial"/>
              <a:buChar char="–"/>
              <a:defRPr/>
            </a:lvl3pPr>
            <a:lvl4pPr marL="360000" indent="-108000">
              <a:buFont typeface="Arial"/>
              <a:buChar char="•"/>
              <a:defRPr/>
            </a:lvl4pPr>
            <a:lvl5pPr marL="504000">
              <a:buNone/>
              <a:defRPr/>
            </a:lvl5pPr>
            <a:lvl6pPr marL="612000" indent="-108000">
              <a:buFont typeface="Arial"/>
              <a:buChar char="•"/>
              <a:defRPr/>
            </a:lvl6pPr>
          </a:lstStyle>
          <a:p xmlns:a="http://schemas.openxmlformats.org/drawingml/2006/main">
            <a:pPr lvl="0">
              <a:buNone/>
            </a:pPr>
            <a:r>
              <a:t>Bulletpoint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5">
              <a:buNone/>
            </a:pPr>
            <a:r>
              <a:t>Sixth level</a:t>
            </a:r>
          </a:p>
        </p:txBody>
      </p:sp>
      <p:sp>
        <p:nvSpPr>
          <p:cNvPr id="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2FAA8A6-5F55-82C1-8EBD-4D84EB7A1355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241300" y="226800"/>
            <a:ext cx="5626100" cy="116955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8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Insert Chapter title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DF88433-551F-C9B3-8A0B-42728B0C2BC9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11766371" y="6539438"/>
            <a:ext cx="182742" cy="1231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  <p:sp>
        <p:nvSpPr>
          <p:cNvPr id="11" name="Media Placeholder 10">
            <a:extLst xmlns:a="http://schemas.openxmlformats.org/drawingml/2006/main">
              <a:ext uri="{FF2B5EF4-FFF2-40B4-BE49-F238E27FC236}">
                <a16:creationId xmlns:a16="http://schemas.microsoft.com/office/drawing/2014/main" id="{4634C792-B31D-2AE7-4B52-B8074CFBC806}"/>
              </a:ext>
            </a:extLst>
          </p:cNvPr>
          <p:cNvSpPr>
            <a:spLocks xmlns:a="http://schemas.openxmlformats.org/drawingml/2006/main" noGrp="1"/>
          </p:cNvSpPr>
          <p:nvPr>
            <p:ph type="media" idx="22"/>
          </p:nvPr>
        </p:nvSpPr>
        <p:spPr>
          <a:xfrm xmlns:a="http://schemas.openxmlformats.org/drawingml/2006/main">
            <a:off x="11761470" y="229467"/>
            <a:ext cx="187643" cy="18764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30f017b19354196">
              <a:extLst>
                <a:ext uri="{96DAC541-7B7A-43D3-8B79-37D633B846F1}">
                  <asvg:svgBlip xmlns:asvg="http://schemas.microsoft.com/office/drawing/2016/SVG/main" r:embed="Rdbf6210197784cf2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A50C2DE0-49D9-F6CB-2806-31136D338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1302" y="455671"/>
            <a:ext cx="5626099" cy="306687"/>
          </a:xfrm>
        </p:spPr>
        <p:txBody>
          <a:bodyPr xmlns:a="http://schemas.openxmlformats.org/drawingml/2006/main" vert="horz" r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Content | Picture_logo whi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72E9BCA9-46F4-B250-12A5-1D73E2ACDED2}"/>
              </a:ext>
            </a:extLst>
          </p:cNvPr>
          <p:cNvSpPr>
            <a:spLocks xmlns:a="http://schemas.openxmlformats.org/drawingml/2006/main" noGrp="1"/>
          </p:cNvSpPr>
          <p:nvPr>
            <p:ph type="pic" idx="19" hasCustomPrompt="1"/>
          </p:nvPr>
        </p:nvSpPr>
        <p:spPr>
          <a:xfrm xmlns:a="http://schemas.openxmlformats.org/drawingml/2006/main">
            <a:off x="6096000" y="-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9B9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30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D53493D-B0D9-51A9-DBE9-F51009BD615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41301" y="1738800"/>
            <a:ext cx="5626099" cy="1213666"/>
          </a:xfrm>
        </p:spPr>
        <p:txBody>
          <a:bodyPr xmlns:a="http://schemas.openxmlformats.org/drawingml/2006/main" tIns="0"/>
          <a:lstStyle xmlns:a="http://schemas.openxmlformats.org/drawingml/2006/main">
            <a:lvl1pPr marL="270000" indent="-270000">
              <a:spcBef>
                <a:spcPts val="600"/>
              </a:spcBef>
              <a:buSzPct val="110000"/>
              <a:buFont typeface="Aptos"/>
              <a:buChar char="―"/>
              <a:defRPr/>
            </a:lvl1pPr>
            <a:lvl2pPr>
              <a:buNone/>
              <a:defRPr b="0"/>
            </a:lvl2pPr>
            <a:lvl3pPr marL="252000" indent="-144000">
              <a:buFont typeface="Arial"/>
              <a:buChar char="–"/>
              <a:defRPr/>
            </a:lvl3pPr>
            <a:lvl4pPr marL="360000" indent="-108000">
              <a:buFont typeface="Arial"/>
              <a:buChar char="•"/>
              <a:defRPr/>
            </a:lvl4pPr>
            <a:lvl5pPr marL="504000">
              <a:buNone/>
              <a:defRPr/>
            </a:lvl5pPr>
            <a:lvl6pPr marL="612000" indent="-108000">
              <a:buFont typeface="Arial"/>
              <a:buChar char="•"/>
              <a:defRPr/>
            </a:lvl6pPr>
          </a:lstStyle>
          <a:p xmlns:a="http://schemas.openxmlformats.org/drawingml/2006/main">
            <a:pPr lvl="0">
              <a:buNone/>
            </a:pPr>
            <a:r>
              <a:t>Bulletpoint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5">
              <a:buNone/>
            </a:pPr>
            <a:r>
              <a:t>Sixth level</a:t>
            </a:r>
          </a:p>
        </p:txBody>
      </p:sp>
      <p:sp>
        <p:nvSpPr>
          <p:cNvPr id="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2FAA8A6-5F55-82C1-8EBD-4D84EB7A1355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241301" y="226800"/>
            <a:ext cx="5626099" cy="116955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8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Insert Chapter title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DF88433-551F-C9B3-8A0B-42728B0C2BC9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11766371" y="6539438"/>
            <a:ext cx="182742" cy="1231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  <p:sp>
        <p:nvSpPr>
          <p:cNvPr id="3" name="Media Placeholder 10">
            <a:extLst xmlns:a="http://schemas.openxmlformats.org/drawingml/2006/main">
              <a:ext uri="{FF2B5EF4-FFF2-40B4-BE49-F238E27FC236}">
                <a16:creationId xmlns:a16="http://schemas.microsoft.com/office/drawing/2014/main" id="{8BD9F261-9DAD-5F08-D259-0FFD376D10DF}"/>
              </a:ext>
            </a:extLst>
          </p:cNvPr>
          <p:cNvSpPr>
            <a:spLocks xmlns:a="http://schemas.openxmlformats.org/drawingml/2006/main" noGrp="1"/>
          </p:cNvSpPr>
          <p:nvPr>
            <p:ph type="media" idx="22"/>
          </p:nvPr>
        </p:nvSpPr>
        <p:spPr>
          <a:xfrm xmlns:a="http://schemas.openxmlformats.org/drawingml/2006/main">
            <a:off x="11761470" y="229467"/>
            <a:ext cx="187643" cy="18764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745d22a03f24266">
              <a:extLst>
                <a:ext uri="{96DAC541-7B7A-43D3-8B79-37D633B846F1}">
                  <asvg:svgBlip xmlns:asvg="http://schemas.microsoft.com/office/drawing/2016/SVG/main" r:embed="R87b1d31861cf448c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274574F-8913-36C4-6606-84CF15ED9DD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1301" y="455671"/>
            <a:ext cx="5626099" cy="306687"/>
          </a:xfrm>
        </p:spPr>
        <p:txBody>
          <a:bodyPr xmlns:a="http://schemas.openxmlformats.org/drawingml/2006/main" vert="horz" r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4 Pictures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82001C16-62F9-CC8E-AEC6-FC293396838F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2221989" y="1738800"/>
            <a:ext cx="2341249" cy="2025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51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72F1E429-2C8A-48C1-7823-5C1B3E71519D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4689238" y="1738800"/>
            <a:ext cx="2341249" cy="2025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52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249BB2A9-18D2-69DA-D30B-1861DBCA2444}"/>
              </a:ext>
            </a:extLst>
          </p:cNvPr>
          <p:cNvSpPr>
            <a:spLocks xmlns:a="http://schemas.openxmlformats.org/drawingml/2006/main" noGrp="1"/>
          </p:cNvSpPr>
          <p:nvPr>
            <p:ph type="pic" idx="26" hasCustomPrompt="1"/>
          </p:nvPr>
        </p:nvSpPr>
        <p:spPr>
          <a:xfrm xmlns:a="http://schemas.openxmlformats.org/drawingml/2006/main">
            <a:off x="7156487" y="1738800"/>
            <a:ext cx="2341249" cy="2025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53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473BB750-2F64-7AA6-FDF8-62368BFCF143}"/>
              </a:ext>
            </a:extLst>
          </p:cNvPr>
          <p:cNvSpPr>
            <a:spLocks xmlns:a="http://schemas.openxmlformats.org/drawingml/2006/main" noGrp="1"/>
          </p:cNvSpPr>
          <p:nvPr>
            <p:ph type="pic" idx="28" hasCustomPrompt="1"/>
          </p:nvPr>
        </p:nvSpPr>
        <p:spPr>
          <a:xfrm xmlns:a="http://schemas.openxmlformats.org/drawingml/2006/main">
            <a:off x="9623737" y="1738800"/>
            <a:ext cx="2341249" cy="2025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62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EC16EB0-BFED-FFC6-A8B3-B7F8061520DC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241301" y="1738800"/>
            <a:ext cx="1866820" cy="526298"/>
          </a:xfrm>
        </p:spPr>
        <p:txBody>
          <a:bodyPr xmlns:a="http://schemas.openxmlformats.org/drawingml/2006/main"/>
          <a:lstStyle xmlns:a="http://schemas.openxmlformats.org/drawingml/2006/main">
            <a:lvl1pPr marL="108000" indent="-108000">
              <a:spcBef>
                <a:spcPts val="600"/>
              </a:spcBef>
              <a:spcAft>
                <a:spcPts val="0"/>
              </a:spcAft>
              <a:buSzPct val="110000"/>
              <a:buFont typeface="Arial"/>
              <a:buChar char="•"/>
              <a:defRPr sz="1200"/>
            </a:lvl1pPr>
            <a:lvl2pPr marL="252000" indent="-144000">
              <a:buFont typeface="Arial"/>
              <a:buChar char="–"/>
              <a:defRPr b="0"/>
            </a:lvl2pPr>
            <a:lvl3pPr marL="360000" indent="-108000">
              <a:buFont typeface="Arial"/>
              <a:buChar char="•"/>
              <a:defRPr/>
            </a:lvl3pPr>
            <a:lvl4pPr marL="360000" indent="-108000">
              <a:buFont typeface="Arial"/>
              <a:buNone/>
              <a:defRPr/>
            </a:lvl4pPr>
            <a:lvl5pPr marL="504000">
              <a:buNone/>
              <a:defRPr/>
            </a:lvl5pPr>
            <a:lvl6pPr marL="612000" indent="-108000">
              <a:buFont typeface="Arial"/>
              <a:buChar char="•"/>
              <a:defRPr/>
            </a:lvl6pPr>
          </a:lstStyle>
          <a:p xmlns:a="http://schemas.openxmlformats.org/drawingml/2006/main">
            <a:pPr lvl="0">
              <a:buNone/>
            </a:pPr>
            <a:r>
              <a:t>Bulletpoint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7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4A69E4A-E9A0-8210-6902-2B6DF5DD71FB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2221989" y="3764378"/>
            <a:ext cx="2341249" cy="1033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44000" rIns="108000">
            <a:noAutofit/>
          </a:bodyPr>
          <a:lstStyle xmlns:a="http://schemas.openxmlformats.org/drawingml/2006/main">
            <a:lvl1pPr marL="0" indent="0">
              <a:lnSpc>
                <a:spcPct val="95000"/>
              </a:lnSpc>
              <a:spcBef>
                <a:spcPts val="600"/>
              </a:spcBef>
              <a:buSzPct val="110000"/>
              <a:buFont typeface="Aptos"/>
              <a:buNone/>
              <a:defRPr sz="1800">
                <a:solidFill>
                  <a:schemeClr val="tx1"/>
                </a:solidFill>
              </a:defRPr>
            </a:lvl1pPr>
            <a:lvl2pPr marL="108000" indent="-108000">
              <a:lnSpc>
                <a:spcPct val="105000"/>
              </a:lnSpc>
              <a:spcBef>
                <a:spcPts val="0"/>
              </a:spcBef>
              <a:buFont typeface="Arial"/>
              <a:buChar char="•"/>
              <a:defRPr sz="1200" b="0">
                <a:solidFill>
                  <a:schemeClr val="tx1"/>
                </a:solidFill>
              </a:defRPr>
            </a:lvl2pPr>
            <a:lvl3pPr marL="252000" indent="-144000">
              <a:lnSpc>
                <a:spcPct val="105000"/>
              </a:lnSpc>
              <a:spcBef>
                <a:spcPts val="0"/>
              </a:spcBef>
              <a:buFont typeface="Arial"/>
              <a:buChar char="–"/>
              <a:defRPr sz="1200">
                <a:solidFill>
                  <a:schemeClr val="tx1"/>
                </a:solidFill>
              </a:defRPr>
            </a:lvl3pPr>
            <a:lvl4pPr marL="360000" indent="-108000">
              <a:lnSpc>
                <a:spcPct val="105000"/>
              </a:lnSpc>
              <a:spcBef>
                <a:spcPts val="0"/>
              </a:spcBef>
              <a:buFont typeface="Arial"/>
              <a:buChar char="•"/>
              <a:defRPr sz="1200">
                <a:solidFill>
                  <a:schemeClr val="tx1"/>
                </a:solidFill>
              </a:defRPr>
            </a:lvl4pPr>
            <a:lvl5pPr marL="504000" indent="-144000">
              <a:lnSpc>
                <a:spcPct val="105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5pPr>
            <a:lvl6pPr marL="612000" indent="-108000">
              <a:spcBef>
                <a:spcPts val="0"/>
              </a:spcBef>
              <a:buFont typeface="Arial"/>
              <a:buChar char="•"/>
              <a:defRPr/>
            </a:lvl6pPr>
          </a:lstStyle>
          <a:p xmlns:a="http://schemas.openxmlformats.org/drawingml/2006/main">
            <a:pPr lvl="0">
              <a:buNone/>
            </a:pPr>
            <a:r>
              <a:t>First level</a:t>
            </a:r>
          </a:p>
        </p:txBody>
      </p:sp>
      <p:sp>
        <p:nvSpPr>
          <p:cNvPr id="72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DEB8868-C1DF-E44E-2998-105AD6825F79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4689238" y="3764378"/>
            <a:ext cx="2341249" cy="1033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44000" rIns="108000">
            <a:noAutofit/>
          </a:bodyPr>
          <a:lstStyle xmlns:a="http://schemas.openxmlformats.org/drawingml/2006/main">
            <a:lvl1pPr marL="0" indent="0">
              <a:lnSpc>
                <a:spcPct val="95000"/>
              </a:lnSpc>
              <a:spcBef>
                <a:spcPts val="600"/>
              </a:spcBef>
              <a:buSzPct val="110000"/>
              <a:buFont typeface="Aptos"/>
              <a:buNone/>
              <a:defRPr sz="1800">
                <a:solidFill>
                  <a:schemeClr val="tx1"/>
                </a:solidFill>
              </a:defRPr>
            </a:lvl1pPr>
            <a:lvl2pPr marL="108000" indent="-108000">
              <a:lnSpc>
                <a:spcPct val="105000"/>
              </a:lnSpc>
              <a:spcBef>
                <a:spcPts val="0"/>
              </a:spcBef>
              <a:buFont typeface="Arial"/>
              <a:buNone/>
              <a:defRPr sz="1200" b="0">
                <a:solidFill>
                  <a:schemeClr val="tx1"/>
                </a:solidFill>
              </a:defRPr>
            </a:lvl2pPr>
            <a:lvl3pPr marL="252000" indent="-144000">
              <a:lnSpc>
                <a:spcPct val="105000"/>
              </a:lnSpc>
              <a:spcBef>
                <a:spcPts val="0"/>
              </a:spcBef>
              <a:buFont typeface="Arial"/>
              <a:buChar char="–"/>
              <a:defRPr sz="1200">
                <a:solidFill>
                  <a:schemeClr val="tx1"/>
                </a:solidFill>
              </a:defRPr>
            </a:lvl3pPr>
            <a:lvl4pPr marL="360000" indent="-108000">
              <a:lnSpc>
                <a:spcPct val="105000"/>
              </a:lnSpc>
              <a:spcBef>
                <a:spcPts val="0"/>
              </a:spcBef>
              <a:buFont typeface="Arial"/>
              <a:buChar char="•"/>
              <a:defRPr sz="1200">
                <a:solidFill>
                  <a:schemeClr val="tx1"/>
                </a:solidFill>
              </a:defRPr>
            </a:lvl4pPr>
            <a:lvl5pPr marL="504000" indent="-144000">
              <a:lnSpc>
                <a:spcPct val="105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5pPr>
            <a:lvl6pPr marL="612000" indent="-108000">
              <a:spcBef>
                <a:spcPts val="0"/>
              </a:spcBef>
              <a:buFont typeface="Arial"/>
              <a:buChar char="•"/>
              <a:defRPr/>
            </a:lvl6pPr>
          </a:lstStyle>
          <a:p xmlns:a="http://schemas.openxmlformats.org/drawingml/2006/main">
            <a:pPr lvl="0">
              <a:buNone/>
            </a:pPr>
            <a:r>
              <a:t>First level</a:t>
            </a:r>
          </a:p>
        </p:txBody>
      </p:sp>
      <p:sp>
        <p:nvSpPr>
          <p:cNvPr id="7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49B5642-73AD-7EEF-1C11-BD30F0A372EB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7156487" y="3764378"/>
            <a:ext cx="2341249" cy="1033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44000" rIns="108000">
            <a:noAutofit/>
          </a:bodyPr>
          <a:lstStyle xmlns:a="http://schemas.openxmlformats.org/drawingml/2006/main">
            <a:lvl1pPr marL="0" indent="0">
              <a:lnSpc>
                <a:spcPct val="95000"/>
              </a:lnSpc>
              <a:spcBef>
                <a:spcPts val="600"/>
              </a:spcBef>
              <a:buSzPct val="110000"/>
              <a:buFont typeface="Aptos"/>
              <a:buNone/>
              <a:defRPr sz="1800">
                <a:solidFill>
                  <a:schemeClr val="tx1"/>
                </a:solidFill>
              </a:defRPr>
            </a:lvl1pPr>
            <a:lvl2pPr marL="108000" indent="-108000">
              <a:lnSpc>
                <a:spcPct val="105000"/>
              </a:lnSpc>
              <a:spcBef>
                <a:spcPts val="0"/>
              </a:spcBef>
              <a:buFont typeface="Arial"/>
              <a:buNone/>
              <a:defRPr sz="1200" b="0">
                <a:solidFill>
                  <a:schemeClr val="tx1"/>
                </a:solidFill>
              </a:defRPr>
            </a:lvl2pPr>
            <a:lvl3pPr marL="252000" indent="-144000">
              <a:lnSpc>
                <a:spcPct val="105000"/>
              </a:lnSpc>
              <a:spcBef>
                <a:spcPts val="0"/>
              </a:spcBef>
              <a:buFont typeface="Arial"/>
              <a:buChar char="–"/>
              <a:defRPr sz="1200">
                <a:solidFill>
                  <a:schemeClr val="tx1"/>
                </a:solidFill>
              </a:defRPr>
            </a:lvl3pPr>
            <a:lvl4pPr marL="360000" indent="-108000">
              <a:lnSpc>
                <a:spcPct val="105000"/>
              </a:lnSpc>
              <a:spcBef>
                <a:spcPts val="0"/>
              </a:spcBef>
              <a:buFont typeface="Arial"/>
              <a:buChar char="•"/>
              <a:defRPr sz="1200">
                <a:solidFill>
                  <a:schemeClr val="tx1"/>
                </a:solidFill>
              </a:defRPr>
            </a:lvl4pPr>
            <a:lvl5pPr marL="504000" indent="-144000">
              <a:lnSpc>
                <a:spcPct val="105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5pPr>
            <a:lvl6pPr marL="612000" indent="-108000">
              <a:spcBef>
                <a:spcPts val="0"/>
              </a:spcBef>
              <a:buFont typeface="Arial"/>
              <a:buChar char="•"/>
              <a:defRPr/>
            </a:lvl6pPr>
          </a:lstStyle>
          <a:p xmlns:a="http://schemas.openxmlformats.org/drawingml/2006/main">
            <a:pPr lvl="0">
              <a:buNone/>
            </a:pPr>
            <a:r>
              <a:t>First level</a:t>
            </a:r>
          </a:p>
        </p:txBody>
      </p:sp>
      <p:sp>
        <p:nvSpPr>
          <p:cNvPr id="7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EF55282-0D39-D732-10FD-A98BA0F1A123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623738" y="3764378"/>
            <a:ext cx="2341249" cy="1033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44000" rIns="108000">
            <a:noAutofit/>
          </a:bodyPr>
          <a:lstStyle xmlns:a="http://schemas.openxmlformats.org/drawingml/2006/main">
            <a:lvl1pPr marL="0" indent="0">
              <a:lnSpc>
                <a:spcPct val="95000"/>
              </a:lnSpc>
              <a:spcBef>
                <a:spcPts val="600"/>
              </a:spcBef>
              <a:buSzPct val="110000"/>
              <a:buFont typeface="Aptos"/>
              <a:buNone/>
              <a:defRPr sz="1800">
                <a:solidFill>
                  <a:schemeClr val="tx1"/>
                </a:solidFill>
              </a:defRPr>
            </a:lvl1pPr>
            <a:lvl2pPr marL="108000" indent="-108000">
              <a:lnSpc>
                <a:spcPct val="105000"/>
              </a:lnSpc>
              <a:spcBef>
                <a:spcPts val="0"/>
              </a:spcBef>
              <a:buFont typeface="Arial"/>
              <a:buNone/>
              <a:defRPr sz="1200" b="0">
                <a:solidFill>
                  <a:schemeClr val="tx1"/>
                </a:solidFill>
              </a:defRPr>
            </a:lvl2pPr>
            <a:lvl3pPr marL="252000" indent="-144000">
              <a:lnSpc>
                <a:spcPct val="105000"/>
              </a:lnSpc>
              <a:spcBef>
                <a:spcPts val="0"/>
              </a:spcBef>
              <a:buFont typeface="Arial"/>
              <a:buChar char="–"/>
              <a:defRPr sz="1200">
                <a:solidFill>
                  <a:schemeClr val="tx1"/>
                </a:solidFill>
              </a:defRPr>
            </a:lvl3pPr>
            <a:lvl4pPr marL="360000" indent="-108000">
              <a:lnSpc>
                <a:spcPct val="105000"/>
              </a:lnSpc>
              <a:spcBef>
                <a:spcPts val="0"/>
              </a:spcBef>
              <a:buFont typeface="Arial"/>
              <a:buChar char="•"/>
              <a:defRPr sz="1200">
                <a:solidFill>
                  <a:schemeClr val="tx1"/>
                </a:solidFill>
              </a:defRPr>
            </a:lvl4pPr>
            <a:lvl5pPr marL="504000" indent="-144000">
              <a:lnSpc>
                <a:spcPct val="105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5pPr>
            <a:lvl6pPr marL="612000" indent="-108000">
              <a:spcBef>
                <a:spcPts val="0"/>
              </a:spcBef>
              <a:buFont typeface="Arial"/>
              <a:buChar char="•"/>
              <a:defRPr/>
            </a:lvl6pPr>
          </a:lstStyle>
          <a:p xmlns:a="http://schemas.openxmlformats.org/drawingml/2006/main">
            <a:pPr lvl="0">
              <a:buNone/>
            </a:pPr>
            <a:r>
              <a:t>First level</a:t>
            </a:r>
          </a:p>
        </p:txBody>
      </p:sp>
      <p:sp>
        <p:nvSpPr>
          <p:cNvPr id="3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C154C38E-51C7-362D-866B-15416F1F7D22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241301" y="226800"/>
            <a:ext cx="4972050" cy="116955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8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Insert Chapter title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386DEEC-6DE9-3710-DE8F-12CED11AAD14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11766371" y="6539438"/>
            <a:ext cx="182742" cy="1231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  <p:sp>
        <p:nvSpPr>
          <p:cNvPr id="48" name="Text Placeholder 47">
            <a:extLst xmlns:a="http://schemas.openxmlformats.org/drawingml/2006/main">
              <a:ext uri="{FF2B5EF4-FFF2-40B4-BE49-F238E27FC236}">
                <a16:creationId xmlns:a16="http://schemas.microsoft.com/office/drawing/2014/main" id="{F7A64E83-4095-1D92-AD8C-5B806BA319EF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2221989" y="4797911"/>
            <a:ext cx="2341249" cy="16044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72000" rIns="108000" bIns="14400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1pPr>
            <a:lvl2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2pPr>
            <a:lvl3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3pPr>
            <a:lvl4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4pPr>
            <a:lvl5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0" name="Text Placeholder 47">
            <a:extLst xmlns:a="http://schemas.openxmlformats.org/drawingml/2006/main">
              <a:ext uri="{FF2B5EF4-FFF2-40B4-BE49-F238E27FC236}">
                <a16:creationId xmlns:a16="http://schemas.microsoft.com/office/drawing/2014/main" id="{E6250A50-3B05-D688-CB7D-D00EED78E319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4689238" y="4797911"/>
            <a:ext cx="2341249" cy="16044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72000" rIns="108000" bIns="14400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1pPr>
            <a:lvl2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2pPr>
            <a:lvl3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3pPr>
            <a:lvl4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4pPr>
            <a:lvl5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4" name="Text Placeholder 47">
            <a:extLst xmlns:a="http://schemas.openxmlformats.org/drawingml/2006/main">
              <a:ext uri="{FF2B5EF4-FFF2-40B4-BE49-F238E27FC236}">
                <a16:creationId xmlns:a16="http://schemas.microsoft.com/office/drawing/2014/main" id="{F2B924C5-EB42-126C-2C2C-3381EE430B9D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156487" y="4797911"/>
            <a:ext cx="2341249" cy="16044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72000" rIns="108000" bIns="14400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1pPr>
            <a:lvl2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2pPr>
            <a:lvl3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3pPr>
            <a:lvl4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4pPr>
            <a:lvl5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5" name="Text Placeholder 47">
            <a:extLst xmlns:a="http://schemas.openxmlformats.org/drawingml/2006/main">
              <a:ext uri="{FF2B5EF4-FFF2-40B4-BE49-F238E27FC236}">
                <a16:creationId xmlns:a16="http://schemas.microsoft.com/office/drawing/2014/main" id="{E48FA5D9-BB22-58EB-9DE5-6194A2DA1F85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9623738" y="4797911"/>
            <a:ext cx="2341249" cy="16044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72000" rIns="108000" bIns="14400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1pPr>
            <a:lvl2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2pPr>
            <a:lvl3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3pPr>
            <a:lvl4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4pPr>
            <a:lvl5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C6C1F9B-6256-26CB-54E5-AB0061A9175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 vert="horz" r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6 Pictures + 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2B127CF-A853-7EEE-BEC4-8450201D8C0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397681" y="3106800"/>
            <a:ext cx="2766477" cy="900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08000" rIns="108000" bIns="72000">
            <a:noAutofit/>
          </a:bodyPr>
          <a:lstStyle xmlns:a="http://schemas.openxmlformats.org/drawingml/2006/main">
            <a:lvl1pPr marL="108000" indent="-10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Industry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17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0E97A613-ACAE-6A8A-E4BF-AAA688252D0A}"/>
              </a:ext>
            </a:extLst>
          </p:cNvPr>
          <p:cNvSpPr>
            <a:spLocks xmlns:a="http://schemas.openxmlformats.org/drawingml/2006/main" noGrp="1"/>
          </p:cNvSpPr>
          <p:nvPr>
            <p:ph type="pic" idx="19" hasCustomPrompt="1"/>
          </p:nvPr>
        </p:nvSpPr>
        <p:spPr>
          <a:xfrm xmlns:a="http://schemas.openxmlformats.org/drawingml/2006/main">
            <a:off x="3397681" y="1738800"/>
            <a:ext cx="2766477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42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7959280-4E4D-E9A2-C5A8-0185D61EBA3B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290158" y="3106800"/>
            <a:ext cx="2766477" cy="900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08000" rIns="108000" bIns="72000">
            <a:noAutofit/>
          </a:bodyPr>
          <a:lstStyle xmlns:a="http://schemas.openxmlformats.org/drawingml/2006/main">
            <a:lvl1pPr marL="108000" indent="-10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Industry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43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FD5961B1-4A14-F2FB-5510-2CF73DE7C8ED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6290158" y="1738800"/>
            <a:ext cx="2766477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4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25F44E2-6400-9A1D-2A8C-DC12EFAF052F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9182636" y="3106800"/>
            <a:ext cx="2766477" cy="900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08000" rIns="108000" bIns="72000">
            <a:noAutofit/>
          </a:bodyPr>
          <a:lstStyle xmlns:a="http://schemas.openxmlformats.org/drawingml/2006/main">
            <a:lvl1pPr marL="108000" indent="-10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Industry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45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DC0EBC5C-C89F-0EAD-FA29-8507767FB908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9182636" y="1738800"/>
            <a:ext cx="2766477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4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5997883-51B7-19BB-D0EB-8AC2315C83D7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3397681" y="5501565"/>
            <a:ext cx="2766477" cy="900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08000" rIns="108000" bIns="72000">
            <a:noAutofit/>
          </a:bodyPr>
          <a:lstStyle xmlns:a="http://schemas.openxmlformats.org/drawingml/2006/main">
            <a:lvl1pPr marL="108000" indent="-10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Industry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48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D58983EE-3A1E-41C4-4A45-CDAB8C6C25A7}"/>
              </a:ext>
            </a:extLst>
          </p:cNvPr>
          <p:cNvSpPr>
            <a:spLocks xmlns:a="http://schemas.openxmlformats.org/drawingml/2006/main" noGrp="1"/>
          </p:cNvSpPr>
          <p:nvPr>
            <p:ph type="pic" idx="25" hasCustomPrompt="1"/>
          </p:nvPr>
        </p:nvSpPr>
        <p:spPr>
          <a:xfrm xmlns:a="http://schemas.openxmlformats.org/drawingml/2006/main">
            <a:off x="3397681" y="4133564"/>
            <a:ext cx="2766477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9490ACF-A7DD-DDC6-F96C-E67B430E5BA7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241300" y="1738800"/>
            <a:ext cx="3030380" cy="526298"/>
          </a:xfrm>
        </p:spPr>
        <p:txBody>
          <a:bodyPr xmlns:a="http://schemas.openxmlformats.org/drawingml/2006/main" tIns="0"/>
          <a:lstStyle xmlns:a="http://schemas.openxmlformats.org/drawingml/2006/main">
            <a:lvl1pPr marL="108000" indent="-108000">
              <a:spcBef>
                <a:spcPts val="600"/>
              </a:spcBef>
              <a:spcAft>
                <a:spcPts val="0"/>
              </a:spcAft>
              <a:buSzPct val="110000"/>
              <a:buFont typeface="Arial"/>
              <a:buChar char="•"/>
              <a:defRPr sz="1200"/>
            </a:lvl1pPr>
            <a:lvl2pPr marL="252000" indent="-144000">
              <a:buFont typeface="Arial"/>
              <a:buChar char="–"/>
              <a:defRPr b="0"/>
            </a:lvl2pPr>
            <a:lvl3pPr marL="360000" indent="-108000">
              <a:buFont typeface="Arial"/>
              <a:buChar char="•"/>
              <a:defRPr/>
            </a:lvl3pPr>
            <a:lvl4pPr marL="360000" indent="-108000">
              <a:buFont typeface="Arial"/>
              <a:buChar char="•"/>
              <a:defRPr/>
            </a:lvl4pPr>
            <a:lvl5pPr marL="504000">
              <a:buNone/>
              <a:defRPr/>
            </a:lvl5pPr>
            <a:lvl6pPr marL="612000" indent="-108000">
              <a:buFont typeface="Arial"/>
              <a:buChar char="•"/>
              <a:defRPr/>
            </a:lvl6pPr>
          </a:lstStyle>
          <a:p xmlns:a="http://schemas.openxmlformats.org/drawingml/2006/main">
            <a:pPr lvl="0">
              <a:buNone/>
            </a:pPr>
            <a:r>
              <a:t>Bulletpoint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5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033699A-A453-23D2-3D08-BABDBE12E216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6290158" y="5501565"/>
            <a:ext cx="2766477" cy="900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08000" rIns="108000" bIns="72000">
            <a:noAutofit/>
          </a:bodyPr>
          <a:lstStyle xmlns:a="http://schemas.openxmlformats.org/drawingml/2006/main">
            <a:lvl1pPr marL="108000" indent="-10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Industry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55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6C7E16D6-8EEE-C3E2-EDBA-5F893356208B}"/>
              </a:ext>
            </a:extLst>
          </p:cNvPr>
          <p:cNvSpPr>
            <a:spLocks xmlns:a="http://schemas.openxmlformats.org/drawingml/2006/main" noGrp="1"/>
          </p:cNvSpPr>
          <p:nvPr>
            <p:ph type="pic" idx="28" hasCustomPrompt="1"/>
          </p:nvPr>
        </p:nvSpPr>
        <p:spPr>
          <a:xfrm xmlns:a="http://schemas.openxmlformats.org/drawingml/2006/main">
            <a:off x="6290158" y="4133564"/>
            <a:ext cx="2766477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5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1B81403-17F3-79C8-CB7A-70F373BDF1E5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9182636" y="5501565"/>
            <a:ext cx="2766477" cy="900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08000" rIns="108000" bIns="72000">
            <a:noAutofit/>
          </a:bodyPr>
          <a:lstStyle xmlns:a="http://schemas.openxmlformats.org/drawingml/2006/main">
            <a:lvl1pPr marL="108000" indent="-10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Industry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57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EAFE293E-9B64-9B81-F251-F9E9235E0A17}"/>
              </a:ext>
            </a:extLst>
          </p:cNvPr>
          <p:cNvSpPr>
            <a:spLocks xmlns:a="http://schemas.openxmlformats.org/drawingml/2006/main" noGrp="1"/>
          </p:cNvSpPr>
          <p:nvPr>
            <p:ph type="pic" idx="30" hasCustomPrompt="1"/>
          </p:nvPr>
        </p:nvSpPr>
        <p:spPr>
          <a:xfrm xmlns:a="http://schemas.openxmlformats.org/drawingml/2006/main">
            <a:off x="9182636" y="4133564"/>
            <a:ext cx="2766477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3A38B20-E64D-8CD5-11BE-3F65495CA9DE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241301" y="226800"/>
            <a:ext cx="4972050" cy="116955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8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Insert Chapter title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689560B-16D7-0EF3-1E6B-22FF965F8229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11766371" y="6539438"/>
            <a:ext cx="182742" cy="1231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329634D0-1D20-2D7D-A66C-CF0ED2A0A41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 vert="horz" r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Team I 4 Cont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2B127CF-A853-7EEE-BEC4-8450201D8C0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41299" y="5368413"/>
            <a:ext cx="2832850" cy="10339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08000" rIns="108000" bIns="72000">
            <a:noAutofit/>
          </a:bodyPr>
          <a:lstStyle xmlns:a="http://schemas.openxmlformats.org/drawingml/2006/main"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Name Surname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17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0E97A613-ACAE-6A8A-E4BF-AAA688252D0A}"/>
              </a:ext>
            </a:extLst>
          </p:cNvPr>
          <p:cNvSpPr>
            <a:spLocks xmlns:a="http://schemas.openxmlformats.org/drawingml/2006/main" noGrp="1"/>
          </p:cNvSpPr>
          <p:nvPr>
            <p:ph type="pic" idx="19" hasCustomPrompt="1"/>
          </p:nvPr>
        </p:nvSpPr>
        <p:spPr>
          <a:xfrm xmlns:a="http://schemas.openxmlformats.org/drawingml/2006/main">
            <a:off x="241299" y="1738800"/>
            <a:ext cx="2832850" cy="3629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42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7959280-4E4D-E9A2-C5A8-0185D61EBA3B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3200149" y="5368413"/>
            <a:ext cx="2832850" cy="10339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08000" rIns="108000" bIns="72000">
            <a:noAutofit/>
          </a:bodyPr>
          <a:lstStyle xmlns:a="http://schemas.openxmlformats.org/drawingml/2006/main">
            <a:lvl1pPr marL="0" marR="0" indent="0" algn="l" defTabSz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Name Surname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43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FD5961B1-4A14-F2FB-5510-2CF73DE7C8ED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200149" y="1738800"/>
            <a:ext cx="2832850" cy="3629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4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25F44E2-6400-9A1D-2A8C-DC12EFAF052F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158999" y="5368413"/>
            <a:ext cx="2832850" cy="10339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08000" rIns="108000" bIns="72000">
            <a:noAutofit/>
          </a:bodyPr>
          <a:lstStyle xmlns:a="http://schemas.openxmlformats.org/drawingml/2006/main">
            <a:lvl1pPr marL="108000" marR="0" indent="-108000" algn="l" defTabSz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Name Surname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45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DC0EBC5C-C89F-0EAD-FA29-8507767FB908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6158999" y="1738800"/>
            <a:ext cx="2832850" cy="3629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4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5997883-51B7-19BB-D0EB-8AC2315C83D7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9117849" y="5368413"/>
            <a:ext cx="2832850" cy="10339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7"/>
          </a:solidFill>
        </p:spPr>
        <p:txBody>
          <a:bodyPr xmlns:a="http://schemas.openxmlformats.org/drawingml/2006/main" lIns="144000" tIns="108000" rIns="108000" bIns="72000">
            <a:noAutofit/>
          </a:bodyPr>
          <a:lstStyle xmlns:a="http://schemas.openxmlformats.org/drawingml/2006/main">
            <a:lvl1pPr marL="0" marR="0" indent="0" algn="l" defTabSz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00" b="0">
                <a:solidFill>
                  <a:srgbClr val="A59B95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Name Surname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48" name="Picture Placeholder 59">
            <a:extLst xmlns:a="http://schemas.openxmlformats.org/drawingml/2006/main">
              <a:ext uri="{FF2B5EF4-FFF2-40B4-BE49-F238E27FC236}">
                <a16:creationId xmlns:a16="http://schemas.microsoft.com/office/drawing/2014/main" id="{D58983EE-3A1E-41C4-4A45-CDAB8C6C25A7}"/>
              </a:ext>
            </a:extLst>
          </p:cNvPr>
          <p:cNvSpPr>
            <a:spLocks xmlns:a="http://schemas.openxmlformats.org/drawingml/2006/main" noGrp="1"/>
          </p:cNvSpPr>
          <p:nvPr>
            <p:ph type="pic" idx="25" hasCustomPrompt="1"/>
          </p:nvPr>
        </p:nvSpPr>
        <p:spPr>
          <a:xfrm xmlns:a="http://schemas.openxmlformats.org/drawingml/2006/main">
            <a:off x="9117849" y="1738800"/>
            <a:ext cx="2832850" cy="3629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Insert image here</a:t>
            </a:r>
          </a:p>
        </p:txBody>
      </p:sp>
      <p:sp>
        <p:nvSpPr>
          <p:cNvPr id="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3A38B20-E64D-8CD5-11BE-3F65495CA9DE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241301" y="226800"/>
            <a:ext cx="4972050" cy="116955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8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Insert Chapter title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689560B-16D7-0EF3-1E6B-22FF965F8229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11766371" y="6539438"/>
            <a:ext cx="182742" cy="1231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329634D0-1D20-2D7D-A66C-CF0ED2A0A41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 vert="horz" r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3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B1DFF89-2D9A-1C42-36A0-46557BCB2BDA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241299" y="6119756"/>
            <a:ext cx="2832850" cy="2825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144000" tIns="0" rIns="108000" bIns="36000" anchor="b">
            <a:sp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00" b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0">
                <a:solidFill>
                  <a:schemeClr val="tx1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emailadress@eraneos.com</a:t>
            </a:r>
            <a:br/>
            <a:r>
              <a:t>+00 123 45 67</a:t>
            </a:r>
          </a:p>
        </p:txBody>
      </p:sp>
      <p:sp>
        <p:nvSpPr>
          <p:cNvPr id="1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EFB6C49-00D8-80D4-156B-6A9C4C2BEE1D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3200149" y="6119756"/>
            <a:ext cx="2832850" cy="2825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144000" tIns="0" rIns="108000" bIns="36000" anchor="b">
            <a:sp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00" b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0">
                <a:solidFill>
                  <a:schemeClr val="tx1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emailadress@eraneos.com</a:t>
            </a:r>
            <a:br/>
            <a:r>
              <a:t>+00 123 45 67</a:t>
            </a:r>
          </a:p>
        </p:txBody>
      </p:sp>
      <p:sp>
        <p:nvSpPr>
          <p:cNvPr id="1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12B6692-4986-E2FC-9CA2-2D6C4340C84F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6158999" y="6119756"/>
            <a:ext cx="2832850" cy="2825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144000" tIns="0" rIns="108000" bIns="36000" anchor="b">
            <a:sp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00" b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0">
                <a:solidFill>
                  <a:schemeClr val="tx1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emailadress@eraneos.com</a:t>
            </a:r>
            <a:br/>
            <a:r>
              <a:t>+00 123 45 67</a:t>
            </a:r>
          </a:p>
        </p:txBody>
      </p:sp>
      <p:sp>
        <p:nvSpPr>
          <p:cNvPr id="1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A900EEB-33C7-380E-B73E-2707949C018A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9117849" y="6119756"/>
            <a:ext cx="2832850" cy="2825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144000" tIns="0" rIns="108000" bIns="36000" anchor="b">
            <a:sp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00" b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0">
                <a:solidFill>
                  <a:schemeClr val="tx1"/>
                </a:solidFill>
              </a:defRPr>
            </a:lvl3pPr>
            <a:lvl4pPr marL="0" indent="0">
              <a:lnSpc>
                <a:spcPct val="105000"/>
              </a:lnSpc>
              <a:spcBef>
                <a:spcPts val="200"/>
              </a:spcBef>
              <a:buFont typeface="Arial"/>
              <a:buNone/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5000"/>
              </a:lnSpc>
              <a:spcBef>
                <a:spcPts val="200"/>
              </a:spcBef>
              <a:buNone/>
              <a:defRPr sz="8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emailadress@eraneos.com</a:t>
            </a:r>
            <a:br/>
            <a:r>
              <a:t>+00 123 45 67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0" preserve="1" userDrawn="1">
  <p:cSld name="End slide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C65F780-62D6-0E2E-CE55-DB50496D4E34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11766371" y="6539438"/>
            <a:ext cx="182742" cy="1231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67A5DE99-B4FC-A22A-E0F5-8AB4896E677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1301" y="115153"/>
            <a:ext cx="7597467" cy="836383"/>
          </a:xfrm>
        </p:spPr>
        <p:txBody>
          <a:bodyPr xmlns:a="http://schemas.openxmlformats.org/drawingml/2006/main" vert="horz" wrap="square" rIns="0">
            <a:spAutoFit/>
          </a:bodyPr>
          <a:lstStyle xmlns:a="http://schemas.openxmlformats.org/drawingml/2006/main">
            <a:lvl1pPr>
              <a:buNone/>
              <a:defRPr sz="6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Thank you!</a:t>
            </a:r>
          </a:p>
        </p:txBody>
      </p:sp>
      <p:pic>
        <p:nvPicPr>
          <p:cNvPr id="16" name="Graphic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330e823ff478f">
            <a:extLst>
              <a:ext uri="{96DAC541-7B7A-43D3-8B79-37D633B846F1}">
                <asvg:svgBlip xmlns:asvg="http://schemas.microsoft.com/office/drawing/2016/SVG/main" r:embed="Ra8e89e5496ad45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1300" y="6341254"/>
            <a:ext cx="1878011" cy="284430"/>
          </a:xfrm>
          <a:prstGeom xmlns:a="http://schemas.openxmlformats.org/drawingml/2006/main" prst="rect">
            <a:avLst/>
          </a:prstGeom>
        </p:spPr>
      </p:pic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919CF23-A633-3183-8A05-32C63E52087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8136730" y="188831"/>
            <a:ext cx="2585347" cy="92333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Company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18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8aafdf4c44f0c">
            <a:extLst>
              <a:ext uri="{96DAC541-7B7A-43D3-8B79-37D633B846F1}">
                <asvg:svgBlip xmlns:asvg="http://schemas.microsoft.com/office/drawing/2016/SVG/main" r:embed="R47336ac4febd4b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61470" y="229467"/>
            <a:ext cx="187643" cy="18764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7.xml><?xml version="1.0" encoding="utf-8"?>
<p:sldLayout xmlns:p="http://schemas.openxmlformats.org/presentationml/2006/main" showMasterSp="0" preserve="1" userDrawn="1">
  <p:cSld name="Contact end slide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C65F780-62D6-0E2E-CE55-DB50496D4E34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11766371" y="6539438"/>
            <a:ext cx="182742" cy="1231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67A5DE99-B4FC-A22A-E0F5-8AB4896E677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1301" y="115153"/>
            <a:ext cx="4633041" cy="836383"/>
          </a:xfrm>
        </p:spPr>
        <p:txBody>
          <a:bodyPr xmlns:a="http://schemas.openxmlformats.org/drawingml/2006/main" vert="horz" wrap="square" rIns="0">
            <a:spAutoFit/>
          </a:bodyPr>
          <a:lstStyle xmlns:a="http://schemas.openxmlformats.org/drawingml/2006/main">
            <a:lvl1pPr>
              <a:buNone/>
              <a:defRPr sz="6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Thank you!</a:t>
            </a:r>
          </a:p>
        </p:txBody>
      </p:sp>
      <p:pic>
        <p:nvPicPr>
          <p:cNvPr id="17" name="Graphic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82a07c8d14529">
            <a:extLst>
              <a:ext uri="{96DAC541-7B7A-43D3-8B79-37D633B846F1}">
                <asvg:svgBlip xmlns:asvg="http://schemas.microsoft.com/office/drawing/2016/SVG/main" r:embed="R7c9548394bfc44e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1300" y="6341254"/>
            <a:ext cx="1878011" cy="284430"/>
          </a:xfrm>
          <a:prstGeom xmlns:a="http://schemas.openxmlformats.org/drawingml/2006/main" prst="rect">
            <a:avLst/>
          </a:prstGeom>
        </p:spPr>
      </p:pic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919CF23-A633-3183-8A05-32C63E52087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8136730" y="188831"/>
            <a:ext cx="2585347" cy="92333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Company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E839EF66-B572-1CF3-2A10-78AEE10CDCE2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5179678" y="188831"/>
            <a:ext cx="2585347" cy="92333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A59B95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First name Last name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20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adfb959b84e92">
            <a:extLst>
              <a:ext uri="{96DAC541-7B7A-43D3-8B79-37D633B846F1}">
                <asvg:svgBlip xmlns:asvg="http://schemas.microsoft.com/office/drawing/2016/SVG/main" r:embed="R5858d9f2967343c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61470" y="229467"/>
            <a:ext cx="187643" cy="187643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f3b5688dff34dbc" /><Relationship Type="http://schemas.openxmlformats.org/officeDocument/2006/relationships/image" Target="/ppt/media/image.svg" Id="Rc94915566f4b4339" /><Relationship Type="http://schemas.openxmlformats.org/officeDocument/2006/relationships/theme" Target="/ppt/slideMasters/theme/theme2.xml" Id="R030c1f2b864c4f77" /><Relationship Type="http://schemas.openxmlformats.org/officeDocument/2006/relationships/slideLayout" Target="/ppt/slideLayouts/slideLayout1.xml" Id="R9b74e04024184d63" /><Relationship Type="http://schemas.openxmlformats.org/officeDocument/2006/relationships/slideLayout" Target="/ppt/slideLayouts/slideLayout2.xml" Id="R9f6419a5e5dc49c1" /><Relationship Type="http://schemas.openxmlformats.org/officeDocument/2006/relationships/slideLayout" Target="/ppt/slideLayouts/slideLayout3.xml" Id="R5d5a353007774b00" /><Relationship Type="http://schemas.openxmlformats.org/officeDocument/2006/relationships/slideLayout" Target="/ppt/slideLayouts/slideLayout4.xml" Id="R411d2ab448a146eb" /><Relationship Type="http://schemas.openxmlformats.org/officeDocument/2006/relationships/slideLayout" Target="/ppt/slideLayouts/slideLayout5.xml" Id="R727c7baac7054c91" /><Relationship Type="http://schemas.openxmlformats.org/officeDocument/2006/relationships/slideLayout" Target="/ppt/slideLayouts/slideLayout6.xml" Id="R5a74925cf3e74d08" /><Relationship Type="http://schemas.openxmlformats.org/officeDocument/2006/relationships/slideLayout" Target="/ppt/slideLayouts/slideLayout7.xml" Id="Rbec3d0ead13d4114" /><Relationship Type="http://schemas.openxmlformats.org/officeDocument/2006/relationships/slideLayout" Target="/ppt/slideLayouts/slideLayout8.xml" Id="R54fa702e6faf4c6f" /><Relationship Type="http://schemas.openxmlformats.org/officeDocument/2006/relationships/slideLayout" Target="/ppt/slideLayouts/slideLayout9.xml" Id="Rfe0c8a6035094707" /><Relationship Type="http://schemas.openxmlformats.org/officeDocument/2006/relationships/slideLayout" Target="/ppt/slideLayouts/slideLayout10.xml" Id="R43e450f46bbf4cce" /><Relationship Type="http://schemas.openxmlformats.org/officeDocument/2006/relationships/slideLayout" Target="/ppt/slideLayouts/slideLayout11.xml" Id="Rbaaa87d817a14b34" /><Relationship Type="http://schemas.openxmlformats.org/officeDocument/2006/relationships/slideLayout" Target="/ppt/slideLayouts/slideLayout12.xml" Id="R88d8f0f36a874c38" /><Relationship Type="http://schemas.openxmlformats.org/officeDocument/2006/relationships/slideLayout" Target="/ppt/slideLayouts/slideLayout13.xml" Id="R5ad2decf1b0f494b" /><Relationship Type="http://schemas.openxmlformats.org/officeDocument/2006/relationships/slideLayout" Target="/ppt/slideLayouts/slideLayout14.xml" Id="R1503cde3c50e4f79" /><Relationship Type="http://schemas.openxmlformats.org/officeDocument/2006/relationships/slideLayout" Target="/ppt/slideLayouts/slideLayout15.xml" Id="R3c747a8600a94815" /><Relationship Type="http://schemas.openxmlformats.org/officeDocument/2006/relationships/slideLayout" Target="/ppt/slideLayouts/slideLayout16.xml" Id="R59cd261045894a00" /><Relationship Type="http://schemas.openxmlformats.org/officeDocument/2006/relationships/slideLayout" Target="/ppt/slideLayouts/slideLayout17.xml" Id="R329e18aba5354d1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5DBC0B-45E9-9ECF-D83B-54186537B7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1301" y="455671"/>
            <a:ext cx="11318240" cy="3066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DD97F2-D873-C15D-7050-2A8725629B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1301" y="1737939"/>
            <a:ext cx="11707813" cy="12136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  <a:p xmlns:a="http://schemas.openxmlformats.org/drawingml/2006/main">
            <a:pPr lvl="5">
              <a:buNone/>
            </a:pPr>
            <a:r>
              <a:t>Sixth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D22765-172B-BA98-AB97-F89F6063865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66371" y="6539438"/>
            <a:ext cx="182742" cy="1231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spAutoFit/>
          </a:bodyPr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23F07A-CEC6-4CA8-9EF8-AC37F6E73B6A}" type="slidenum">
              <a:t>‹Nr.›</a:t>
            </a:fld>
            <a:endParaRPr/>
          </a:p>
        </p:txBody>
      </p:sp>
      <p:pic>
        <p:nvPicPr>
          <p:cNvPr id="11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b5688dff34dbc">
            <a:extLst>
              <a:ext uri="{96DAC541-7B7A-43D3-8B79-37D633B846F1}">
                <asvg:svgBlip xmlns:asvg="http://schemas.microsoft.com/office/drawing/2016/SVG/main" r:embed="Rc94915566f4b433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61470" y="229467"/>
            <a:ext cx="187643" cy="187643"/>
          </a:xfrm>
          <a:prstGeom xmlns:a="http://schemas.openxmlformats.org/drawingml/2006/main" prst="rect">
            <a:avLst/>
          </a:prstGeom>
        </p:spPr>
      </p:pic>
      <p:sp>
        <p:nvSpPr>
          <p:cNvPr id="5" name="Textfeld 4">
            <a:extLst xmlns:a="http://schemas.openxmlformats.org/drawingml/2006/main">
              <a:ext uri="{FF2B5EF4-FFF2-40B4-BE49-F238E27FC236}">
                <a16:creationId xmlns:a16="http://schemas.microsoft.com/office/drawing/2014/main" id="{4EECA530-4491-4C28-3077-7F96B9FE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642100"/>
            <a:ext cx="450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74e04024184d63"/>
    <p:sldLayoutId xmlns:r="http://schemas.openxmlformats.org/officeDocument/2006/relationships" id="2147483650" r:id="R9f6419a5e5dc49c1"/>
    <p:sldLayoutId xmlns:r="http://schemas.openxmlformats.org/officeDocument/2006/relationships" id="2147483651" r:id="R5d5a353007774b00"/>
    <p:sldLayoutId xmlns:r="http://schemas.openxmlformats.org/officeDocument/2006/relationships" id="2147483652" r:id="R411d2ab448a146eb"/>
    <p:sldLayoutId xmlns:r="http://schemas.openxmlformats.org/officeDocument/2006/relationships" id="2147483653" r:id="R727c7baac7054c91"/>
    <p:sldLayoutId xmlns:r="http://schemas.openxmlformats.org/officeDocument/2006/relationships" id="2147483654" r:id="R5a74925cf3e74d08"/>
    <p:sldLayoutId xmlns:r="http://schemas.openxmlformats.org/officeDocument/2006/relationships" id="2147483655" r:id="Rbec3d0ead13d4114"/>
    <p:sldLayoutId xmlns:r="http://schemas.openxmlformats.org/officeDocument/2006/relationships" id="2147483656" r:id="R54fa702e6faf4c6f"/>
    <p:sldLayoutId xmlns:r="http://schemas.openxmlformats.org/officeDocument/2006/relationships" id="2147483657" r:id="Rfe0c8a6035094707"/>
    <p:sldLayoutId xmlns:r="http://schemas.openxmlformats.org/officeDocument/2006/relationships" id="2147483658" r:id="R43e450f46bbf4cce"/>
    <p:sldLayoutId xmlns:r="http://schemas.openxmlformats.org/officeDocument/2006/relationships" id="2147483659" r:id="Rbaaa87d817a14b34"/>
    <p:sldLayoutId xmlns:r="http://schemas.openxmlformats.org/officeDocument/2006/relationships" id="2147483660" r:id="R88d8f0f36a874c38"/>
    <p:sldLayoutId xmlns:r="http://schemas.openxmlformats.org/officeDocument/2006/relationships" id="2147483661" r:id="R5ad2decf1b0f494b"/>
    <p:sldLayoutId xmlns:r="http://schemas.openxmlformats.org/officeDocument/2006/relationships" id="2147483662" r:id="R1503cde3c50e4f79"/>
    <p:sldLayoutId xmlns:r="http://schemas.openxmlformats.org/officeDocument/2006/relationships" id="2147483663" r:id="R3c747a8600a94815"/>
    <p:sldLayoutId xmlns:r="http://schemas.openxmlformats.org/officeDocument/2006/relationships" id="2147483664" r:id="R59cd261045894a00"/>
    <p:sldLayoutId xmlns:r="http://schemas.openxmlformats.org/officeDocument/2006/relationships" id="2147483665" r:id="R329e18aba5354d10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200" kern="1200" spc="-20" baseline="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400">
        <a:lnSpc>
          <a:spcPct val="95000"/>
        </a:lnSpc>
        <a:spcBef>
          <a:spcPts val="600"/>
        </a:spcBef>
        <a:spcAft>
          <a:spcPts val="800"/>
        </a:spcAft>
        <a:buFont typeface="Arial"/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08000" indent="-108000" algn="l" defTabSz="914400">
        <a:lnSpc>
          <a:spcPct val="95000"/>
        </a:lnSpc>
        <a:spcBef>
          <a:spcPts val="0"/>
        </a:spcBef>
        <a:buFont typeface="Arial"/>
        <a:buChar char="•"/>
        <a:defRPr sz="1200" b="0" kern="1200" spc="-1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52000" indent="-144000" algn="l" defTabSz="914400">
        <a:lnSpc>
          <a:spcPct val="95000"/>
        </a:lnSpc>
        <a:spcBef>
          <a:spcPts val="0"/>
        </a:spcBef>
        <a:buFont typeface="Arial"/>
        <a:buChar char="–"/>
        <a:defRPr sz="1200" kern="1200" spc="-1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60000" indent="-108000" algn="l" defTabSz="914400">
        <a:lnSpc>
          <a:spcPct val="95000"/>
        </a:lnSpc>
        <a:spcBef>
          <a:spcPts val="0"/>
        </a:spcBef>
        <a:buFont typeface="Arial"/>
        <a:buChar char="•"/>
        <a:defRPr sz="1200" kern="1200" spc="-1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04000" indent="-144000" algn="l" defTabSz="914400">
        <a:lnSpc>
          <a:spcPct val="95000"/>
        </a:lnSpc>
        <a:spcBef>
          <a:spcPts val="0"/>
        </a:spcBef>
        <a:buFont typeface="Arial"/>
        <a:buChar char="–"/>
        <a:defRPr sz="1200" kern="1200" spc="-1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612000" indent="-108000" algn="l" defTabSz="914400">
        <a:lnSpc>
          <a:spcPct val="95000"/>
        </a:lnSpc>
        <a:spcBef>
          <a:spcPts val="0"/>
        </a:spcBef>
        <a:buFont typeface="Arial"/>
        <a:buChar char="•"/>
        <a:defRPr sz="1200" kern="1200" spc="-1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52">
          <p15:clr>
            <a:srgbClr xmlns:a="http://schemas.openxmlformats.org/drawingml/2006/main" val="F26B43"/>
          </p15:clr>
        </p15:guide>
        <p15:guide id="2" pos="7527">
          <p15:clr>
            <a:srgbClr xmlns:a="http://schemas.openxmlformats.org/drawingml/2006/main" val="F26B43"/>
          </p15:clr>
        </p15:guide>
        <p15:guide id="3" orient="horz" pos="4035">
          <p15:clr>
            <a:srgbClr xmlns:a="http://schemas.openxmlformats.org/drawingml/2006/main" val="F26B43"/>
          </p15:clr>
        </p15:guide>
        <p15:guide id="5" orient="horz" pos="1094">
          <p15:clr>
            <a:srgbClr xmlns:a="http://schemas.openxmlformats.org/drawingml/2006/main" val="F26B43"/>
          </p15:clr>
        </p15:guide>
        <p15:guide id="6" orient="horz" pos="809">
          <p15:clr>
            <a:srgbClr xmlns:a="http://schemas.openxmlformats.org/drawingml/2006/main" val="F26B43"/>
          </p15:clr>
        </p15:guide>
        <p15:guide id="7" orient="horz" pos="285">
          <p15:clr>
            <a:srgbClr xmlns:a="http://schemas.openxmlformats.org/drawingml/2006/main" val="F26B43"/>
          </p15:clr>
        </p15:guide>
        <p15:guide id="8" orient="horz" pos="142">
          <p15:clr>
            <a:srgbClr xmlns:a="http://schemas.openxmlformats.org/drawingml/2006/main" val="F26B43"/>
          </p15:clr>
        </p15:guide>
        <p15:guide id="9" orient="horz" pos="417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Eraneos Master">
  <a:themeElements>
    <a:clrScheme name="eraneos greyscale">
      <a:dk1>
        <a:srgbClr val="202020"/>
      </a:dk1>
      <a:lt1>
        <a:srgbClr val="FFFFFF"/>
      </a:lt1>
      <a:dk2>
        <a:srgbClr val="FF6428"/>
      </a:dk2>
      <a:lt2>
        <a:srgbClr val="F3ECE6"/>
      </a:lt2>
      <a:accent1>
        <a:srgbClr val="FCF8F7"/>
      </a:accent1>
      <a:accent2>
        <a:srgbClr val="F3ECE6"/>
      </a:accent2>
      <a:accent3>
        <a:srgbClr val="E7DED7"/>
      </a:accent3>
      <a:accent4>
        <a:srgbClr val="CEC2B9"/>
      </a:accent4>
      <a:accent5>
        <a:srgbClr val="B1A399"/>
      </a:accent5>
      <a:accent6>
        <a:srgbClr val="93867D"/>
      </a:accent6>
      <a:hlink>
        <a:srgbClr val="202020"/>
      </a:hlink>
      <a:folHlink>
        <a:srgbClr val="202020"/>
      </a:folHlink>
    </a:clrScheme>
    <a:fontScheme name="eraneos new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raneos greyscal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2b8806b0d314afc" /><Relationship Type="http://schemas.openxmlformats.org/officeDocument/2006/relationships/image" Target="/ppt/media/image2.jpeg" Id="R38aee1279b6b4d6d" /><Relationship Type="http://schemas.openxmlformats.org/officeDocument/2006/relationships/notesSlide" Target="/ppt/notesSlides/notesSlide1.xml" Id="R76f5c7eb3df741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platzhalter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ee1279b6b4d6d"/>
          <a:srcRect xmlns:a="http://schemas.openxmlformats.org/drawingml/2006/main" l="29899" t="0" r="24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5037" y="1766614"/>
            <a:ext cx="2944504" cy="4285054"/>
          </a:xfrm>
          <a:prstGeom xmlns:a="http://schemas.openxmlformats.org/drawingml/2006/main" prst="rect">
            <a:avLst/>
          </a:prstGeom>
        </p:spPr>
      </p:pic>
      <p:cxnSp>
        <p:nvCxnSpPr>
          <p:cNvPr id="18" name="Text Placeholder 7"/>
          <p:cNvCxnSpPr/>
          <p:nvPr/>
        </p:nvCxnSpPr>
        <p:spPr>
          <a:prstGeom xmlns:a="http://schemas.openxmlformats.org/drawingml/2006/main" prst="straightConnector1">
            <a:avLst/>
          </a:prstGeom>
          <a:ln xmlns:a="http://schemas.openxmlformats.org/drawingml/2006/main">
            <a:headEnd type="none"/>
            <a:tailEnd type="none"/>
          </a:ln>
        </p:spPr>
      </p:cxnSp>
      <p:graphicFrame>
        <p:nvGraphicFramePr>
          <p:cNvPr id="19" name="Table 13"/>
          <p:cNvGraphicFramePr/>
          <p:nvPr/>
        </p:nvGraphicFramePr>
        <p:xfrm>
          <a:off xmlns:a="http://schemas.openxmlformats.org/drawingml/2006/main" x="241301" y="2543175"/>
          <a:ext xmlns:a="http://schemas.openxmlformats.org/drawingml/2006/main" cx="7786688" cy="387777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93344"/>
                <a:gridCol w="3893344"/>
              </a:tblGrid>
              <a:tr h="1763992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+mj-lt"/>
                          <a:ea typeface="+mj-lt"/>
                          <a:cs typeface="+mj-lt"/>
                        </a:rPr>
                        <a:t>Initial Situation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j-lt"/>
                          <a:ea typeface="+mj-lt"/>
                          <a:cs typeface="+mj-lt"/>
                        </a:rPr>
                        <a:t>No structured test management in place for the SAP FSM implementation and S/4HANA rollout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j-lt"/>
                          <a:ea typeface="+mj-lt"/>
                          <a:cs typeface="+mj-lt"/>
                        </a:rPr>
                        <a:t>Testing performed manually and ad hoc, without a defined strategy, tooling or central coordination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j-lt"/>
                          <a:ea typeface="+mj-lt"/>
                          <a:cs typeface="+mj-lt"/>
                        </a:rPr>
                        <a:t>Limited in-house test expertise, creating quality risks and threatening rollout timelines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j-lt"/>
                          <a:ea typeface="+mj-lt"/>
                          <a:cs typeface="+mj-lt"/>
                        </a:rPr>
                        <a:t>Need for interim leadership to establish a robust, scalable test organization</a:t>
                      </a:r>
                    </a:p>
                  </a:txBody>
                  <a:tcPr marL="0" marR="72000" marT="0" marB="0" horzOverflow="overflow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>
                      <a:noFill/>
                      <a:prstDash val="solid"/>
                    </a:lnB>
                    <a:lnTlToBr w="12700">
                      <a:noFill/>
                      <a:prstDash val="solid"/>
                    </a:lnTlToBr>
                    <a:lnBlToTr w="12700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Approach and Solution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Provided interim test management to lead and structure the overall testing effort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Developed a comprehensive test strategy covering scope, test levels, entry/exit criteria and governance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Set up the test tooling landscape in Azure DevOps for test case management, execution and defect tracking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Coordinated all test phases: integration testing, regression testing, UAT and smoke testing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Onboarded and coached client personnel to build sustainable in-house test capabilities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Steered a dedicated test team of up to 25 testers across project and business functions</a:t>
                      </a:r>
                    </a:p>
                  </a:txBody>
                  <a:tcPr marL="108000" marR="72000" marT="0" marB="0" horzOverflow="overflow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>
                      <a:noFill/>
                      <a:prstDash val="solid"/>
                    </a:lnB>
                    <a:lnTlToBr w="12700">
                      <a:noFill/>
                      <a:prstDash val="solid"/>
                    </a:lnTlToBr>
                    <a:lnBlToTr w="12700">
                      <a:noFill/>
                      <a:prstDash val="solid"/>
                    </a:lnBlToTr>
                  </a:tcPr>
                </a:tc>
              </a:tr>
              <a:tr h="1774654">
                <a:tc gridSpan="2"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Impact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Established a professional, repeatable test management framework embedded in the rollout program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Full transparency on test progress and quality through Azure DevOps dashboards and reporting</a:t>
                      </a:r>
                    </a:p>
                    <a:p>
                      <a:pPr marL="88900" indent="-8890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5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Client team enabled to run test management independently, with higher release confidence and on-time achievement of key testing milestones</a:t>
                      </a:r>
                    </a:p>
                  </a:txBody>
                  <a:tcPr marL="0" marR="72000" marT="72000" marB="0" horzOverflow="overflow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>
                      <a:noFill/>
                      <a:prstDash val="solid"/>
                    </a:lnB>
                    <a:lnTlToBr w="12700">
                      <a:noFill/>
                      <a:prstDash val="solid"/>
                    </a:lnTlToBr>
                    <a:lnBlToTr w="12700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defTabSz="914400">
                        <a:buNone/>
                      </a:pPr>
                      <a:endParaRPr sz="1200" b="1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108000" marR="72000" marT="72000" marB="0" horzOverflow="overflow">
                    <a:lnL w="12700">
                      <a:noFill/>
                      <a:prstDash val="solid"/>
                    </a:lnL>
                    <a:lnR w="12700">
                      <a:noFill/>
                      <a:prstDash val="solid"/>
                    </a:lnR>
                    <a:lnT w="12700">
                      <a:noFill/>
                      <a:prstDash val="solid"/>
                    </a:lnT>
                    <a:lnB w="12700">
                      <a:noFill/>
                      <a:prstDash val="solid"/>
                    </a:lnB>
                    <a:lnTlToBr w="12700">
                      <a:noFill/>
                      <a:prstDash val="solid"/>
                    </a:lnTlToBr>
                    <a:lnBlToTr w="12700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0" name="Table 5"/>
          <p:cNvGraphicFramePr/>
          <p:nvPr/>
        </p:nvGraphicFramePr>
        <p:xfrm>
          <a:off xmlns:a="http://schemas.openxmlformats.org/drawingml/2006/main" x="241301" y="1766614"/>
          <a:ext xmlns:a="http://schemas.openxmlformats.org/drawingml/2006/main" cx="7786688" cy="511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3344"/>
                <a:gridCol w="3893344"/>
              </a:tblGrid>
              <a:tr h="255600"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  <a:r>
                        <a:rPr sz="1200" b="1"/>
                        <a:t>Client</a:t>
                      </a:r>
                      <a:r>
                        <a:rPr sz="1200"/>
                        <a:t>: Technical inspection organization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 w="12700">
                      <a:noFill/>
                      <a:prstDash val="solid"/>
                    </a:lnTlToBr>
                    <a:lnBlToTr w="12700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  <a:r>
                        <a:rPr sz="1200" b="1"/>
                        <a:t>Year</a:t>
                      </a:r>
                      <a:r>
                        <a:rPr sz="1200"/>
                        <a:t>: 2024 - 2025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 w="12700">
                      <a:noFill/>
                      <a:prstDash val="solid"/>
                    </a:lnTlToBr>
                    <a:lnBlToTr w="12700">
                      <a:noFill/>
                      <a:prstDash val="solid"/>
                    </a:lnBlToTr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/>
                        <a:t>Industry: </a:t>
                      </a:r>
                      <a:r>
                        <a:rPr sz="1200"/>
                        <a:t>Services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 w="12700">
                      <a:noFill/>
                      <a:prstDash val="solid"/>
                    </a:lnTlToBr>
                    <a:lnBlToTr w="12700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  <a:r>
                        <a:rPr sz="1200" b="1"/>
                        <a:t>Country</a:t>
                      </a:r>
                      <a:r>
                        <a:rPr sz="1200"/>
                        <a:t>: Germany</a:t>
                      </a:r>
                    </a:p>
                  </a:txBody>
                  <a:tcPr marL="0" marR="0" marT="36000" marB="36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 w="12700">
                      <a:noFill/>
                      <a:prstDash val="solid"/>
                    </a:lnTlToBr>
                    <a:lnBlToTr w="12700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3" name="Title 12">
            <a:extLst xmlns:a="http://schemas.openxmlformats.org/drawingml/2006/main">
              <a:ext uri="{FF2B5EF4-FFF2-40B4-BE49-F238E27FC236}">
                <a16:creationId xmlns:a16="http://schemas.microsoft.com/office/drawing/2014/main" id="{C321E506-B681-694A-A05A-44A20963F7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1301" y="455671"/>
            <a:ext cx="11318240" cy="555730"/>
          </a:xfrm>
        </p:spPr>
        <p:txBody>
          <a:bodyPr xmlns:a="http://schemas.openxmlformats.org/drawingml/2006/main" vert="horz" rIns="0">
            <a:spAutoFit/>
          </a:bodyPr>
          <a:lstStyle xmlns:a="http://schemas.openxmlformats.org/drawingml/2006/main"/>
          <a:p xmlns:a="http://schemas.openxmlformats.org/drawingml/2006/main">
            <a:r>
              <a:rPr sz="2000"/>
              <a:t>Test Management for SAP FSM Implementation </a:t>
            </a:r>
            <a:br/>
            <a:r>
              <a:rPr sz="2000"/>
              <a:t>and SAP S/4HANA Rollout</a:t>
            </a:r>
            <a:endParaRPr sz="2000"/>
          </a:p>
        </p:txBody>
      </p:sp>
      <p:sp>
        <p:nvSpPr>
          <p:cNvPr id="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56CEC7C-9551-DD7C-489C-D4640B4068FE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11840109" y="6539438"/>
            <a:ext cx="109004" cy="1231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C23F07A-CEC6-4CA8-9EF8-AC37F6E73B6A}" type="slidenum">
              <a:rPr sz="800" b="0" i="0" u="none" cap="none" spc="0">
                <a:ln>
                  <a:noFill/>
                </a:ln>
                <a:solidFill>
                  <a:srgbClr val="202020"/>
                </a:solidFill>
                <a:latin typeface="Aptos"/>
                <a:ea typeface="Aptos"/>
                <a:cs typeface="Aptos"/>
              </a:rPr>
              <a:t>5</a:t>
            </a:fld>
            <a:endParaRPr sz="800" b="0" i="0" u="none" kern="1200" cap="none" spc="0" baseline="0">
              <a:ln>
                <a:noFill/>
              </a:ln>
              <a:solidFill>
                <a:srgbClr val="20202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27000370"/>
      </p:ext>
    </p:extLst>
  </p:cSld>
</p:sld>
</file>

<file path=ppt/theme/theme1.xml><?xml version="1.0" encoding="utf-8"?>
<a:theme xmlns:a="http://schemas.openxmlformats.org/drawingml/2006/main" name="Eraneos Master">
  <a:themeElements>
    <a:clrScheme name="eraneos greyscale">
      <a:dk1>
        <a:srgbClr val="202020"/>
      </a:dk1>
      <a:lt1>
        <a:srgbClr val="FFFFFF"/>
      </a:lt1>
      <a:dk2>
        <a:srgbClr val="FF6428"/>
      </a:dk2>
      <a:lt2>
        <a:srgbClr val="F3ECE6"/>
      </a:lt2>
      <a:accent1>
        <a:srgbClr val="FCF8F7"/>
      </a:accent1>
      <a:accent2>
        <a:srgbClr val="F3ECE6"/>
      </a:accent2>
      <a:accent3>
        <a:srgbClr val="E7DED7"/>
      </a:accent3>
      <a:accent4>
        <a:srgbClr val="CEC2B9"/>
      </a:accent4>
      <a:accent5>
        <a:srgbClr val="B1A399"/>
      </a:accent5>
      <a:accent6>
        <a:srgbClr val="93867D"/>
      </a:accent6>
      <a:hlink>
        <a:srgbClr val="202020"/>
      </a:hlink>
      <a:folHlink>
        <a:srgbClr val="202020"/>
      </a:folHlink>
    </a:clrScheme>
    <a:fontScheme name="eraneos new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raneos greyscal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2026-08-18T12:23:47.5650000Z</dcterms:created>
  <dcterms:modified xsi:type="dcterms:W3CDTF">2026-08-18T12:23:47.5650000Z</dcterms:modified>
</coreProperties>
</file>